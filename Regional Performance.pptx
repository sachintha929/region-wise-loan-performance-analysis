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LOYAL%20GUARDIAN\Niwantha%20Sir\New%20folder%20(2)\Region-wise%20Performance\Region-wise%20Performance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Grand Total Not Paid Last 3 Months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51-4FA8-AED5-5235F7F7946A}"/>
              </c:ext>
            </c:extLst>
          </c:dPt>
          <c:dPt>
            <c:idx val="1"/>
            <c:bubble3D val="0"/>
            <c:spPr>
              <a:solidFill>
                <a:schemeClr val="accent2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B51-4FA8-AED5-5235F7F7946A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PV!$J$3:$K$3</c:f>
              <c:strCache>
                <c:ptCount val="2"/>
                <c:pt idx="0">
                  <c:v>Not Paid OC Loans</c:v>
                </c:pt>
                <c:pt idx="1">
                  <c:v>Paid OC Loans</c:v>
                </c:pt>
              </c:strCache>
            </c:strRef>
          </c:cat>
          <c:val>
            <c:numRef>
              <c:f>PV!$J$7:$K$7</c:f>
              <c:numCache>
                <c:formatCode>0%</c:formatCode>
                <c:ptCount val="2"/>
                <c:pt idx="0">
                  <c:v>0.54423076923076918</c:v>
                </c:pt>
                <c:pt idx="1">
                  <c:v>0.45576923076923076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51-4FA8-AED5-5235F7F79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Not Paid Last 3 Months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PV!$I$3</c:f>
              <c:strCache>
                <c:ptCount val="1"/>
                <c:pt idx="0">
                  <c:v>All OC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PV!$H$4:$H$5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PV!$I$4:$I$5</c:f>
              <c:numCache>
                <c:formatCode>General</c:formatCode>
                <c:ptCount val="2"/>
                <c:pt idx="0">
                  <c:v>205</c:v>
                </c:pt>
                <c:pt idx="1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2-4046-97CC-7558C132B903}"/>
            </c:ext>
          </c:extLst>
        </c:ser>
        <c:ser>
          <c:idx val="1"/>
          <c:order val="1"/>
          <c:tx>
            <c:strRef>
              <c:f>PV!$J$3</c:f>
              <c:strCache>
                <c:ptCount val="1"/>
                <c:pt idx="0">
                  <c:v>Not Paid OC Loans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PV!$H$4:$H$5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PV!$J$4:$J$5</c:f>
              <c:numCache>
                <c:formatCode>General</c:formatCode>
                <c:ptCount val="2"/>
                <c:pt idx="0">
                  <c:v>89</c:v>
                </c:pt>
                <c:pt idx="1">
                  <c:v>194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E2-4046-97CC-7558C132B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1470032"/>
        <c:axId val="986506736"/>
      </c:barChart>
      <c:lineChart>
        <c:grouping val="standard"/>
        <c:varyColors val="0"/>
        <c:ser>
          <c:idx val="2"/>
          <c:order val="2"/>
          <c:tx>
            <c:strRef>
              <c:f>PV!$L$3</c:f>
              <c:strCache>
                <c:ptCount val="1"/>
                <c:pt idx="0">
                  <c:v>Precentage</c:v>
                </c:pt>
              </c:strCache>
            </c:strRef>
          </c:tx>
          <c:spPr>
            <a:ln w="0" cap="rnd">
              <a:solidFill>
                <a:schemeClr val="bg1">
                  <a:lumMod val="95000"/>
                </a:schemeClr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0" cap="rnd">
                <a:solidFill>
                  <a:schemeClr val="bg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D0E2-4046-97CC-7558C132B903}"/>
              </c:ext>
            </c:extLst>
          </c:dPt>
          <c:cat>
            <c:strRef>
              <c:f>PV!$H$4:$H$5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PV!$L$4:$L$5</c:f>
              <c:numCache>
                <c:formatCode>0%</c:formatCode>
                <c:ptCount val="2"/>
                <c:pt idx="0">
                  <c:v>0.43414634146341463</c:v>
                </c:pt>
                <c:pt idx="1">
                  <c:v>0.61587301587301591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0E2-4046-97CC-7558C132B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1467712"/>
        <c:axId val="986517776"/>
      </c:lineChart>
      <c:catAx>
        <c:axId val="1181470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506736"/>
        <c:crosses val="autoZero"/>
        <c:auto val="1"/>
        <c:lblAlgn val="ctr"/>
        <c:lblOffset val="100"/>
        <c:noMultiLvlLbl val="0"/>
      </c:catAx>
      <c:valAx>
        <c:axId val="98650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1470032"/>
        <c:crosses val="autoZero"/>
        <c:crossBetween val="between"/>
      </c:valAx>
      <c:valAx>
        <c:axId val="986517776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1467712"/>
        <c:crosses val="max"/>
        <c:crossBetween val="between"/>
      </c:valAx>
      <c:catAx>
        <c:axId val="1181467712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517776"/>
        <c:crosses val="max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kern="1200" spc="0" baseline="0" dirty="0">
                <a:solidFill>
                  <a:srgbClr val="243B50">
                    <a:lumMod val="65000"/>
                    <a:lumOff val="35000"/>
                  </a:srgbClr>
                </a:solidFill>
              </a:rPr>
              <a:t>OC Loans: Less Than LKR 5,000</a:t>
            </a:r>
            <a:endParaRPr lang="en-US" sz="1400" b="0" i="0" u="none" strike="noStrike" kern="1200" spc="0" baseline="0" dirty="0">
              <a:solidFill>
                <a:srgbClr val="000000"/>
              </a:solidFill>
              <a:effectLst/>
              <a:uFillTx/>
              <a:latin typeface="OpenSymbo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PV!$Y$42</c:f>
              <c:strCache>
                <c:ptCount val="1"/>
                <c:pt idx="0">
                  <c:v>ALL_Loans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PV!$X$43:$X$44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PV!$Y$43:$Y$44</c:f>
              <c:numCache>
                <c:formatCode>General</c:formatCode>
                <c:ptCount val="2"/>
                <c:pt idx="0">
                  <c:v>205</c:v>
                </c:pt>
                <c:pt idx="1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50-4E46-909B-FB6888493895}"/>
            </c:ext>
          </c:extLst>
        </c:ser>
        <c:ser>
          <c:idx val="1"/>
          <c:order val="1"/>
          <c:tx>
            <c:strRef>
              <c:f>PV!$Z$42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PV!$X$43:$X$44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PV!$Z$43:$Z$44</c:f>
              <c:numCache>
                <c:formatCode>General</c:formatCode>
                <c:ptCount val="2"/>
                <c:pt idx="0">
                  <c:v>40</c:v>
                </c:pt>
                <c:pt idx="1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50-4E46-909B-FB6888493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3756928"/>
        <c:axId val="1794727440"/>
      </c:barChart>
      <c:catAx>
        <c:axId val="197375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4727440"/>
        <c:crosses val="autoZero"/>
        <c:auto val="1"/>
        <c:lblAlgn val="ctr"/>
        <c:lblOffset val="100"/>
        <c:noMultiLvlLbl val="0"/>
      </c:catAx>
      <c:valAx>
        <c:axId val="179472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75692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kern="1200" spc="0" baseline="0" dirty="0">
                <a:solidFill>
                  <a:srgbClr val="243B50">
                    <a:lumMod val="65000"/>
                    <a:lumOff val="35000"/>
                  </a:srgbClr>
                </a:solidFill>
              </a:rPr>
              <a:t>OC Loans: Greater Than LKR 5,000</a:t>
            </a:r>
            <a:endParaRPr lang="en-US" sz="1400" b="0" i="0" u="none" strike="noStrike" kern="1200" spc="0" baseline="0" dirty="0">
              <a:solidFill>
                <a:srgbClr val="000000"/>
              </a:solidFill>
              <a:effectLst/>
              <a:uFillTx/>
              <a:latin typeface="OpenSymbol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PV!$Y$56</c:f>
              <c:strCache>
                <c:ptCount val="1"/>
                <c:pt idx="0">
                  <c:v>ALL_Loans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PV!$X$57:$X$58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PV!$Y$57:$Y$58</c:f>
              <c:numCache>
                <c:formatCode>General</c:formatCode>
                <c:ptCount val="2"/>
                <c:pt idx="0">
                  <c:v>205</c:v>
                </c:pt>
                <c:pt idx="1">
                  <c:v>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3C-46E6-A4CE-BE259B000458}"/>
            </c:ext>
          </c:extLst>
        </c:ser>
        <c:ser>
          <c:idx val="1"/>
          <c:order val="1"/>
          <c:tx>
            <c:strRef>
              <c:f>PV!$Z$56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PV!$X$57:$X$58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PV!$Z$57:$Z$58</c:f>
              <c:numCache>
                <c:formatCode>General</c:formatCode>
                <c:ptCount val="2"/>
                <c:pt idx="0">
                  <c:v>165</c:v>
                </c:pt>
                <c:pt idx="1">
                  <c:v>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3C-46E6-A4CE-BE259B000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6582592"/>
        <c:axId val="1601368784"/>
      </c:barChart>
      <c:catAx>
        <c:axId val="69658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1368784"/>
        <c:crosses val="autoZero"/>
        <c:auto val="1"/>
        <c:lblAlgn val="ctr"/>
        <c:lblOffset val="100"/>
        <c:noMultiLvlLbl val="0"/>
      </c:catAx>
      <c:valAx>
        <c:axId val="160136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5825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Active Loans : Greater Than LKR 5,000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PV!$Y$72</c:f>
              <c:strCache>
                <c:ptCount val="1"/>
                <c:pt idx="0">
                  <c:v>ALL_Loans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PV!$X$73:$X$74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PV!$Y$73:$Y$74</c:f>
              <c:numCache>
                <c:formatCode>General</c:formatCode>
                <c:ptCount val="2"/>
                <c:pt idx="0">
                  <c:v>591</c:v>
                </c:pt>
                <c:pt idx="1">
                  <c:v>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99-40D0-8357-3B2F2DCF92EF}"/>
            </c:ext>
          </c:extLst>
        </c:ser>
        <c:ser>
          <c:idx val="1"/>
          <c:order val="1"/>
          <c:tx>
            <c:strRef>
              <c:f>PV!$Z$72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PV!$X$73:$X$74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PV!$Z$73:$Z$74</c:f>
              <c:numCache>
                <c:formatCode>General</c:formatCode>
                <c:ptCount val="2"/>
                <c:pt idx="0">
                  <c:v>26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99-40D0-8357-3B2F2DCF92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6729216"/>
        <c:axId val="1601316944"/>
      </c:barChart>
      <c:catAx>
        <c:axId val="696729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1316944"/>
        <c:crosses val="autoZero"/>
        <c:auto val="1"/>
        <c:lblAlgn val="ctr"/>
        <c:lblOffset val="100"/>
        <c:noMultiLvlLbl val="0"/>
      </c:catAx>
      <c:valAx>
        <c:axId val="160131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72921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Active Loans : Less Than LKR 5,000 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PV!$Y$86</c:f>
              <c:strCache>
                <c:ptCount val="1"/>
                <c:pt idx="0">
                  <c:v>ALL_Loans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PV!$X$87:$X$88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PV!$Y$87:$Y$88</c:f>
              <c:numCache>
                <c:formatCode>General</c:formatCode>
                <c:ptCount val="2"/>
                <c:pt idx="0">
                  <c:v>591</c:v>
                </c:pt>
                <c:pt idx="1">
                  <c:v>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D-4A3E-A263-0D9604B74C68}"/>
            </c:ext>
          </c:extLst>
        </c:ser>
        <c:ser>
          <c:idx val="1"/>
          <c:order val="1"/>
          <c:tx>
            <c:strRef>
              <c:f>PV!$Z$86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PV!$X$87:$X$88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PV!$Z$87:$Z$88</c:f>
              <c:numCache>
                <c:formatCode>General</c:formatCode>
                <c:ptCount val="2"/>
                <c:pt idx="0">
                  <c:v>565</c:v>
                </c:pt>
                <c:pt idx="1">
                  <c:v>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1D-4A3E-A263-0D9604B74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6757984"/>
        <c:axId val="1954605904"/>
      </c:barChart>
      <c:catAx>
        <c:axId val="69675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4605904"/>
        <c:crosses val="autoZero"/>
        <c:auto val="1"/>
        <c:lblAlgn val="ctr"/>
        <c:lblOffset val="100"/>
        <c:noMultiLvlLbl val="0"/>
      </c:catAx>
      <c:valAx>
        <c:axId val="195460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675798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Active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PV!$AH$16</c:f>
              <c:strCache>
                <c:ptCount val="1"/>
                <c:pt idx="0">
                  <c:v>Precentage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34B-4D2A-BD14-74ECBF39BE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34B-4D2A-BD14-74ECBF39BEB8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PV!$AF$17:$AF$18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PV!$AH$17:$AH$18</c:f>
              <c:numCache>
                <c:formatCode>0%</c:formatCode>
                <c:ptCount val="2"/>
                <c:pt idx="0">
                  <c:v>0.58169291338582674</c:v>
                </c:pt>
                <c:pt idx="1">
                  <c:v>0.41830708661417321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4B-4D2A-BD14-74ECBF39B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Zero Bucket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PV!$AU$13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32-44BE-BA4C-7C0676E682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32-44BE-BA4C-7C0676E682BD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PV!$AR$14:$AR$15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PV!$AU$14:$AU$15</c:f>
              <c:numCache>
                <c:formatCode>0%</c:formatCode>
                <c:ptCount val="2"/>
                <c:pt idx="0">
                  <c:v>0.61904761904761907</c:v>
                </c:pt>
                <c:pt idx="1">
                  <c:v>0.38095238095238093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32-44BE-BA4C-7C0676E68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Zero Buket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PV!$AS$13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PV!$AR$14:$AR$15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PV!$AS$14:$AS$15</c:f>
              <c:numCache>
                <c:formatCode>General</c:formatCode>
                <c:ptCount val="2"/>
                <c:pt idx="0">
                  <c:v>796</c:v>
                </c:pt>
                <c:pt idx="1">
                  <c:v>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FC-405A-86BB-DB1BC0B01020}"/>
            </c:ext>
          </c:extLst>
        </c:ser>
        <c:ser>
          <c:idx val="1"/>
          <c:order val="1"/>
          <c:tx>
            <c:strRef>
              <c:f>PV!$AT$13</c:f>
              <c:strCache>
                <c:ptCount val="1"/>
                <c:pt idx="0">
                  <c:v>Zero Buket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PV!$AR$14:$AR$15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PV!$AT$14:$AT$15</c:f>
              <c:numCache>
                <c:formatCode>General</c:formatCode>
                <c:ptCount val="2"/>
                <c:pt idx="0">
                  <c:v>507</c:v>
                </c:pt>
                <c:pt idx="1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FC-405A-86BB-DB1BC0B01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3914192"/>
        <c:axId val="986571536"/>
      </c:barChart>
      <c:catAx>
        <c:axId val="1143914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571536"/>
        <c:crosses val="autoZero"/>
        <c:auto val="1"/>
        <c:lblAlgn val="ctr"/>
        <c:lblOffset val="100"/>
        <c:noMultiLvlLbl val="0"/>
      </c:catAx>
      <c:valAx>
        <c:axId val="986571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39141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Gross Arrears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PV!$AT$3</c:f>
              <c:strCache>
                <c:ptCount val="1"/>
                <c:pt idx="0">
                  <c:v>Gross Arrears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PV!$AR$4:$AR$5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PV!$AT$4:$AT$5</c:f>
              <c:numCache>
                <c:formatCode>_-[$LKR]\ * #,##0.00_-;\-[$LKR]\ * #,##0.00_-;_-[$LKR]\ * "-"??_-;_-@_-</c:formatCode>
                <c:ptCount val="2"/>
                <c:pt idx="0">
                  <c:v>3113414</c:v>
                </c:pt>
                <c:pt idx="1">
                  <c:v>3930242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B9-41BF-BC38-A954F154D5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6526416"/>
        <c:axId val="986564816"/>
      </c:barChart>
      <c:lineChart>
        <c:grouping val="standard"/>
        <c:varyColors val="0"/>
        <c:ser>
          <c:idx val="1"/>
          <c:order val="1"/>
          <c:tx>
            <c:strRef>
              <c:f>PV!$AU$3</c:f>
              <c:strCache>
                <c:ptCount val="1"/>
                <c:pt idx="0">
                  <c:v>Precentage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PV!$AR$4:$AR$5</c:f>
              <c:strCache>
                <c:ptCount val="2"/>
                <c:pt idx="0">
                  <c:v>Eastern Region</c:v>
                </c:pt>
                <c:pt idx="1">
                  <c:v>Uva Region</c:v>
                </c:pt>
              </c:strCache>
            </c:strRef>
          </c:cat>
          <c:val>
            <c:numRef>
              <c:f>PV!$AU$4:$AU$5</c:f>
              <c:numCache>
                <c:formatCode>0%</c:formatCode>
                <c:ptCount val="2"/>
                <c:pt idx="0">
                  <c:v>0.44201675947831637</c:v>
                </c:pt>
                <c:pt idx="1">
                  <c:v>0.55798324052168358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B9-41BF-BC38-A954F154D5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6528736"/>
        <c:axId val="986575376"/>
      </c:lineChart>
      <c:catAx>
        <c:axId val="119652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564816"/>
        <c:crosses val="autoZero"/>
        <c:auto val="1"/>
        <c:lblAlgn val="ctr"/>
        <c:lblOffset val="100"/>
        <c:noMultiLvlLbl val="0"/>
      </c:catAx>
      <c:valAx>
        <c:axId val="986564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LKR]\ * #,##0.00_-;\-[$LKR]\ * #,##0.00_-;_-[$LKR]\ 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526416"/>
        <c:crosses val="autoZero"/>
        <c:crossBetween val="between"/>
      </c:valAx>
      <c:valAx>
        <c:axId val="986575376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6528736"/>
        <c:crosses val="max"/>
        <c:crossBetween val="between"/>
      </c:valAx>
      <c:catAx>
        <c:axId val="1196528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8657537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477320" y="1071360"/>
            <a:ext cx="4161600" cy="22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oogle Shape;12;p2"/>
          <p:cNvGrpSpPr/>
          <p:nvPr/>
        </p:nvGrpSpPr>
        <p:grpSpPr>
          <a:xfrm>
            <a:off x="0" y="-644760"/>
            <a:ext cx="1754640" cy="5794920"/>
            <a:chOff x="0" y="-644760"/>
            <a:chExt cx="1754640" cy="5794920"/>
          </a:xfrm>
        </p:grpSpPr>
        <p:grpSp>
          <p:nvGrpSpPr>
            <p:cNvPr id="5" name="Google Shape;13;p2"/>
            <p:cNvGrpSpPr/>
            <p:nvPr/>
          </p:nvGrpSpPr>
          <p:grpSpPr>
            <a:xfrm>
              <a:off x="292320" y="0"/>
              <a:ext cx="1462320" cy="5150160"/>
              <a:chOff x="292320" y="0"/>
              <a:chExt cx="1462320" cy="5150160"/>
            </a:xfrm>
          </p:grpSpPr>
          <p:cxnSp>
            <p:nvCxnSpPr>
              <p:cNvPr id="6" name="Google Shape;14;p2"/>
              <p:cNvCxnSpPr/>
              <p:nvPr/>
            </p:nvCxnSpPr>
            <p:spPr>
              <a:xfrm>
                <a:off x="2923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7" name="Google Shape;15;p2"/>
              <p:cNvCxnSpPr/>
              <p:nvPr/>
            </p:nvCxnSpPr>
            <p:spPr>
              <a:xfrm>
                <a:off x="8773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8" name="Google Shape;16;p2"/>
              <p:cNvCxnSpPr/>
              <p:nvPr/>
            </p:nvCxnSpPr>
            <p:spPr>
              <a:xfrm>
                <a:off x="58500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9" name="Google Shape;17;p2"/>
              <p:cNvCxnSpPr/>
              <p:nvPr/>
            </p:nvCxnSpPr>
            <p:spPr>
              <a:xfrm>
                <a:off x="116964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10" name="Google Shape;18;p2"/>
              <p:cNvCxnSpPr/>
              <p:nvPr/>
            </p:nvCxnSpPr>
            <p:spPr>
              <a:xfrm>
                <a:off x="14623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11" name="Google Shape;19;p2"/>
              <p:cNvCxnSpPr/>
              <p:nvPr/>
            </p:nvCxnSpPr>
            <p:spPr>
              <a:xfrm>
                <a:off x="175464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  <p:grpSp>
          <p:nvGrpSpPr>
            <p:cNvPr id="12" name="Google Shape;20;p2"/>
            <p:cNvGrpSpPr/>
            <p:nvPr/>
          </p:nvGrpSpPr>
          <p:grpSpPr>
            <a:xfrm>
              <a:off x="0" y="-644760"/>
              <a:ext cx="1754280" cy="5555520"/>
              <a:chOff x="0" y="-644760"/>
              <a:chExt cx="1754280" cy="5555520"/>
            </a:xfrm>
          </p:grpSpPr>
          <p:grpSp>
            <p:nvGrpSpPr>
              <p:cNvPr id="13" name="Google Shape;21;p2"/>
              <p:cNvGrpSpPr/>
              <p:nvPr/>
            </p:nvGrpSpPr>
            <p:grpSpPr>
              <a:xfrm>
                <a:off x="0" y="524160"/>
                <a:ext cx="1754280" cy="2047320"/>
                <a:chOff x="0" y="524160"/>
                <a:chExt cx="1754280" cy="2047320"/>
              </a:xfrm>
            </p:grpSpPr>
            <p:cxnSp>
              <p:nvCxnSpPr>
                <p:cNvPr id="14" name="Google Shape;22;p2"/>
                <p:cNvCxnSpPr/>
                <p:nvPr/>
              </p:nvCxnSpPr>
              <p:spPr>
                <a:xfrm>
                  <a:off x="0" y="257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5" name="Google Shape;23;p2"/>
                <p:cNvCxnSpPr/>
                <p:nvPr/>
              </p:nvCxnSpPr>
              <p:spPr>
                <a:xfrm>
                  <a:off x="0" y="227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6" name="Google Shape;24;p2"/>
                <p:cNvCxnSpPr/>
                <p:nvPr/>
              </p:nvCxnSpPr>
              <p:spPr>
                <a:xfrm>
                  <a:off x="0" y="1986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7" name="Google Shape;25;p2"/>
                <p:cNvCxnSpPr/>
                <p:nvPr/>
              </p:nvCxnSpPr>
              <p:spPr>
                <a:xfrm>
                  <a:off x="0" y="169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8" name="Google Shape;26;p2"/>
                <p:cNvCxnSpPr/>
                <p:nvPr/>
              </p:nvCxnSpPr>
              <p:spPr>
                <a:xfrm>
                  <a:off x="0" y="140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19" name="Google Shape;27;p2"/>
                <p:cNvCxnSpPr/>
                <p:nvPr/>
              </p:nvCxnSpPr>
              <p:spPr>
                <a:xfrm>
                  <a:off x="0" y="8168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0" name="Google Shape;28;p2"/>
                <p:cNvCxnSpPr/>
                <p:nvPr/>
              </p:nvCxnSpPr>
              <p:spPr>
                <a:xfrm>
                  <a:off x="0" y="1109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1" name="Google Shape;29;p2"/>
                <p:cNvCxnSpPr/>
                <p:nvPr/>
              </p:nvCxnSpPr>
              <p:spPr>
                <a:xfrm>
                  <a:off x="0" y="52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grpSp>
            <p:nvGrpSpPr>
              <p:cNvPr id="22" name="Google Shape;30;p2"/>
              <p:cNvGrpSpPr/>
              <p:nvPr/>
            </p:nvGrpSpPr>
            <p:grpSpPr>
              <a:xfrm>
                <a:off x="0" y="2863800"/>
                <a:ext cx="1754280" cy="2046960"/>
                <a:chOff x="0" y="2863800"/>
                <a:chExt cx="1754280" cy="2046960"/>
              </a:xfrm>
            </p:grpSpPr>
            <p:cxnSp>
              <p:nvCxnSpPr>
                <p:cNvPr id="23" name="Google Shape;31;p2"/>
                <p:cNvCxnSpPr/>
                <p:nvPr/>
              </p:nvCxnSpPr>
              <p:spPr>
                <a:xfrm>
                  <a:off x="0" y="49107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4" name="Google Shape;32;p2"/>
                <p:cNvCxnSpPr/>
                <p:nvPr/>
              </p:nvCxnSpPr>
              <p:spPr>
                <a:xfrm>
                  <a:off x="0" y="4618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5" name="Google Shape;33;p2"/>
                <p:cNvCxnSpPr/>
                <p:nvPr/>
              </p:nvCxnSpPr>
              <p:spPr>
                <a:xfrm>
                  <a:off x="0" y="432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6" name="Google Shape;34;p2"/>
                <p:cNvCxnSpPr/>
                <p:nvPr/>
              </p:nvCxnSpPr>
              <p:spPr>
                <a:xfrm>
                  <a:off x="0" y="4033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7" name="Google Shape;35;p2"/>
                <p:cNvCxnSpPr/>
                <p:nvPr/>
              </p:nvCxnSpPr>
              <p:spPr>
                <a:xfrm>
                  <a:off x="0" y="3741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8" name="Google Shape;36;p2"/>
                <p:cNvCxnSpPr/>
                <p:nvPr/>
              </p:nvCxnSpPr>
              <p:spPr>
                <a:xfrm>
                  <a:off x="0" y="315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29" name="Google Shape;37;p2"/>
                <p:cNvCxnSpPr/>
                <p:nvPr/>
              </p:nvCxnSpPr>
              <p:spPr>
                <a:xfrm>
                  <a:off x="0" y="344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30" name="Google Shape;38;p2"/>
                <p:cNvCxnSpPr/>
                <p:nvPr/>
              </p:nvCxnSpPr>
              <p:spPr>
                <a:xfrm>
                  <a:off x="0" y="2863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cxnSp>
            <p:nvCxnSpPr>
              <p:cNvPr id="31" name="Google Shape;39;p2"/>
              <p:cNvCxnSpPr/>
              <p:nvPr/>
            </p:nvCxnSpPr>
            <p:spPr>
              <a:xfrm flipV="1">
                <a:off x="876960" y="-644760"/>
                <a:ext cx="360" cy="175428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</p:grp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27280" y="646560"/>
            <a:ext cx="3656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1281;p22"/>
          <p:cNvSpPr/>
          <p:nvPr/>
        </p:nvSpPr>
        <p:spPr>
          <a:xfrm>
            <a:off x="827280" y="3231000"/>
            <a:ext cx="3739320" cy="79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Inter"/>
                <a:ea typeface="Inter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Inter"/>
                <a:ea typeface="Inter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Google Shape;1282;p22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6" name="Google Shape;1283;p22"/>
          <p:cNvGrpSpPr/>
          <p:nvPr/>
        </p:nvGrpSpPr>
        <p:grpSpPr>
          <a:xfrm>
            <a:off x="7387560" y="-644760"/>
            <a:ext cx="1754640" cy="5794920"/>
            <a:chOff x="7387560" y="-644760"/>
            <a:chExt cx="1754640" cy="5794920"/>
          </a:xfrm>
        </p:grpSpPr>
        <p:grpSp>
          <p:nvGrpSpPr>
            <p:cNvPr id="37" name="Google Shape;1284;p22"/>
            <p:cNvGrpSpPr/>
            <p:nvPr/>
          </p:nvGrpSpPr>
          <p:grpSpPr>
            <a:xfrm>
              <a:off x="7387560" y="0"/>
              <a:ext cx="1461960" cy="5150160"/>
              <a:chOff x="7387560" y="0"/>
              <a:chExt cx="1461960" cy="5150160"/>
            </a:xfrm>
          </p:grpSpPr>
          <p:cxnSp>
            <p:nvCxnSpPr>
              <p:cNvPr id="38" name="Google Shape;1285;p22"/>
              <p:cNvCxnSpPr/>
              <p:nvPr/>
            </p:nvCxnSpPr>
            <p:spPr>
              <a:xfrm>
                <a:off x="88495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39" name="Google Shape;1286;p22"/>
              <p:cNvCxnSpPr/>
              <p:nvPr/>
            </p:nvCxnSpPr>
            <p:spPr>
              <a:xfrm>
                <a:off x="826452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0" name="Google Shape;1287;p22"/>
              <p:cNvCxnSpPr/>
              <p:nvPr/>
            </p:nvCxnSpPr>
            <p:spPr>
              <a:xfrm>
                <a:off x="855720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1" name="Google Shape;1288;p22"/>
              <p:cNvCxnSpPr/>
              <p:nvPr/>
            </p:nvCxnSpPr>
            <p:spPr>
              <a:xfrm>
                <a:off x="797220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2" name="Google Shape;1289;p22"/>
              <p:cNvCxnSpPr/>
              <p:nvPr/>
            </p:nvCxnSpPr>
            <p:spPr>
              <a:xfrm>
                <a:off x="767988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43" name="Google Shape;1290;p22"/>
              <p:cNvCxnSpPr/>
              <p:nvPr/>
            </p:nvCxnSpPr>
            <p:spPr>
              <a:xfrm>
                <a:off x="7387560" y="0"/>
                <a:ext cx="360" cy="51505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  <p:grpSp>
          <p:nvGrpSpPr>
            <p:cNvPr id="44" name="Google Shape;1291;p22"/>
            <p:cNvGrpSpPr/>
            <p:nvPr/>
          </p:nvGrpSpPr>
          <p:grpSpPr>
            <a:xfrm>
              <a:off x="7387920" y="-644760"/>
              <a:ext cx="1754280" cy="5555520"/>
              <a:chOff x="7387920" y="-644760"/>
              <a:chExt cx="1754280" cy="5555520"/>
            </a:xfrm>
          </p:grpSpPr>
          <p:grpSp>
            <p:nvGrpSpPr>
              <p:cNvPr id="45" name="Google Shape;1292;p22"/>
              <p:cNvGrpSpPr/>
              <p:nvPr/>
            </p:nvGrpSpPr>
            <p:grpSpPr>
              <a:xfrm>
                <a:off x="7387920" y="524160"/>
                <a:ext cx="1754280" cy="2047320"/>
                <a:chOff x="7387920" y="524160"/>
                <a:chExt cx="1754280" cy="2047320"/>
              </a:xfrm>
            </p:grpSpPr>
            <p:cxnSp>
              <p:nvCxnSpPr>
                <p:cNvPr id="46" name="Google Shape;1293;p22"/>
                <p:cNvCxnSpPr/>
                <p:nvPr/>
              </p:nvCxnSpPr>
              <p:spPr>
                <a:xfrm flipH="1">
                  <a:off x="7387920" y="257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47" name="Google Shape;1294;p22"/>
                <p:cNvCxnSpPr/>
                <p:nvPr/>
              </p:nvCxnSpPr>
              <p:spPr>
                <a:xfrm flipH="1">
                  <a:off x="7387920" y="227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48" name="Google Shape;1295;p22"/>
                <p:cNvCxnSpPr/>
                <p:nvPr/>
              </p:nvCxnSpPr>
              <p:spPr>
                <a:xfrm flipH="1">
                  <a:off x="7387920" y="1986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49" name="Google Shape;1296;p22"/>
                <p:cNvCxnSpPr/>
                <p:nvPr/>
              </p:nvCxnSpPr>
              <p:spPr>
                <a:xfrm flipH="1">
                  <a:off x="7387920" y="169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0" name="Google Shape;1297;p22"/>
                <p:cNvCxnSpPr/>
                <p:nvPr/>
              </p:nvCxnSpPr>
              <p:spPr>
                <a:xfrm flipH="1">
                  <a:off x="7387920" y="140148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1" name="Google Shape;1298;p22"/>
                <p:cNvCxnSpPr/>
                <p:nvPr/>
              </p:nvCxnSpPr>
              <p:spPr>
                <a:xfrm flipH="1">
                  <a:off x="7387920" y="8168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2" name="Google Shape;1299;p22"/>
                <p:cNvCxnSpPr/>
                <p:nvPr/>
              </p:nvCxnSpPr>
              <p:spPr>
                <a:xfrm flipH="1">
                  <a:off x="7387920" y="1109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3" name="Google Shape;1300;p22"/>
                <p:cNvCxnSpPr/>
                <p:nvPr/>
              </p:nvCxnSpPr>
              <p:spPr>
                <a:xfrm flipH="1">
                  <a:off x="7387920" y="5241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grpSp>
            <p:nvGrpSpPr>
              <p:cNvPr id="54" name="Google Shape;1301;p22"/>
              <p:cNvGrpSpPr/>
              <p:nvPr/>
            </p:nvGrpSpPr>
            <p:grpSpPr>
              <a:xfrm>
                <a:off x="7387920" y="2863800"/>
                <a:ext cx="1754280" cy="2046960"/>
                <a:chOff x="7387920" y="2863800"/>
                <a:chExt cx="1754280" cy="2046960"/>
              </a:xfrm>
            </p:grpSpPr>
            <p:cxnSp>
              <p:nvCxnSpPr>
                <p:cNvPr id="55" name="Google Shape;1302;p22"/>
                <p:cNvCxnSpPr/>
                <p:nvPr/>
              </p:nvCxnSpPr>
              <p:spPr>
                <a:xfrm flipH="1">
                  <a:off x="7387920" y="491076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6" name="Google Shape;1303;p22"/>
                <p:cNvCxnSpPr/>
                <p:nvPr/>
              </p:nvCxnSpPr>
              <p:spPr>
                <a:xfrm flipH="1">
                  <a:off x="7387920" y="4618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7" name="Google Shape;1304;p22"/>
                <p:cNvCxnSpPr/>
                <p:nvPr/>
              </p:nvCxnSpPr>
              <p:spPr>
                <a:xfrm flipH="1">
                  <a:off x="7387920" y="432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8" name="Google Shape;1305;p22"/>
                <p:cNvCxnSpPr/>
                <p:nvPr/>
              </p:nvCxnSpPr>
              <p:spPr>
                <a:xfrm flipH="1">
                  <a:off x="7387920" y="403344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59" name="Google Shape;1306;p22"/>
                <p:cNvCxnSpPr/>
                <p:nvPr/>
              </p:nvCxnSpPr>
              <p:spPr>
                <a:xfrm flipH="1">
                  <a:off x="7387920" y="3741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0" name="Google Shape;1307;p22"/>
                <p:cNvCxnSpPr/>
                <p:nvPr/>
              </p:nvCxnSpPr>
              <p:spPr>
                <a:xfrm flipH="1">
                  <a:off x="7387920" y="315612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1" name="Google Shape;1308;p22"/>
                <p:cNvCxnSpPr/>
                <p:nvPr/>
              </p:nvCxnSpPr>
              <p:spPr>
                <a:xfrm flipH="1">
                  <a:off x="7387920" y="3448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2" name="Google Shape;1309;p22"/>
                <p:cNvCxnSpPr/>
                <p:nvPr/>
              </p:nvCxnSpPr>
              <p:spPr>
                <a:xfrm flipH="1">
                  <a:off x="7387920" y="2863800"/>
                  <a:ext cx="175464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cxnSp>
            <p:nvCxnSpPr>
              <p:cNvPr id="63" name="Google Shape;1310;p22"/>
              <p:cNvCxnSpPr/>
              <p:nvPr/>
            </p:nvCxnSpPr>
            <p:spPr>
              <a:xfrm flipV="1">
                <a:off x="8264880" y="-644760"/>
                <a:ext cx="360" cy="175428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73;p4"/>
          <p:cNvSpPr/>
          <p:nvPr/>
        </p:nvSpPr>
        <p:spPr>
          <a:xfrm>
            <a:off x="0" y="4911120"/>
            <a:ext cx="9143640" cy="232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5" name="Google Shape;74;p4"/>
          <p:cNvGrpSpPr/>
          <p:nvPr/>
        </p:nvGrpSpPr>
        <p:grpSpPr>
          <a:xfrm>
            <a:off x="8558640" y="0"/>
            <a:ext cx="585000" cy="5142960"/>
            <a:chOff x="8558640" y="0"/>
            <a:chExt cx="585000" cy="5142960"/>
          </a:xfrm>
        </p:grpSpPr>
        <p:grpSp>
          <p:nvGrpSpPr>
            <p:cNvPr id="66" name="Google Shape;75;p4"/>
            <p:cNvGrpSpPr/>
            <p:nvPr/>
          </p:nvGrpSpPr>
          <p:grpSpPr>
            <a:xfrm>
              <a:off x="8559000" y="231840"/>
              <a:ext cx="584640" cy="4679280"/>
              <a:chOff x="8559000" y="231840"/>
              <a:chExt cx="584640" cy="4679280"/>
            </a:xfrm>
          </p:grpSpPr>
          <p:grpSp>
            <p:nvGrpSpPr>
              <p:cNvPr id="67" name="Google Shape;76;p4"/>
              <p:cNvGrpSpPr/>
              <p:nvPr/>
            </p:nvGrpSpPr>
            <p:grpSpPr>
              <a:xfrm>
                <a:off x="8559000" y="231840"/>
                <a:ext cx="584640" cy="2339640"/>
                <a:chOff x="8559000" y="231840"/>
                <a:chExt cx="584640" cy="2339640"/>
              </a:xfrm>
            </p:grpSpPr>
            <p:cxnSp>
              <p:nvCxnSpPr>
                <p:cNvPr id="68" name="Google Shape;77;p4"/>
                <p:cNvCxnSpPr/>
                <p:nvPr/>
              </p:nvCxnSpPr>
              <p:spPr>
                <a:xfrm flipH="1">
                  <a:off x="8559000" y="2571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69" name="Google Shape;78;p4"/>
                <p:cNvCxnSpPr/>
                <p:nvPr/>
              </p:nvCxnSpPr>
              <p:spPr>
                <a:xfrm flipH="1">
                  <a:off x="8559000" y="2279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0" name="Google Shape;79;p4"/>
                <p:cNvCxnSpPr/>
                <p:nvPr/>
              </p:nvCxnSpPr>
              <p:spPr>
                <a:xfrm flipH="1">
                  <a:off x="8559000" y="1986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1" name="Google Shape;80;p4"/>
                <p:cNvCxnSpPr/>
                <p:nvPr/>
              </p:nvCxnSpPr>
              <p:spPr>
                <a:xfrm flipH="1">
                  <a:off x="8559000" y="1694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2" name="Google Shape;81;p4"/>
                <p:cNvCxnSpPr/>
                <p:nvPr/>
              </p:nvCxnSpPr>
              <p:spPr>
                <a:xfrm flipH="1">
                  <a:off x="8559000" y="1401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3" name="Google Shape;82;p4"/>
                <p:cNvCxnSpPr/>
                <p:nvPr/>
              </p:nvCxnSpPr>
              <p:spPr>
                <a:xfrm flipH="1">
                  <a:off x="8559000" y="81648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4" name="Google Shape;83;p4"/>
                <p:cNvCxnSpPr/>
                <p:nvPr/>
              </p:nvCxnSpPr>
              <p:spPr>
                <a:xfrm flipH="1">
                  <a:off x="8559000" y="1109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5" name="Google Shape;84;p4"/>
                <p:cNvCxnSpPr/>
                <p:nvPr/>
              </p:nvCxnSpPr>
              <p:spPr>
                <a:xfrm flipH="1">
                  <a:off x="8559000" y="52416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6" name="Google Shape;85;p4"/>
                <p:cNvCxnSpPr/>
                <p:nvPr/>
              </p:nvCxnSpPr>
              <p:spPr>
                <a:xfrm flipH="1">
                  <a:off x="8559000" y="2318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  <p:grpSp>
            <p:nvGrpSpPr>
              <p:cNvPr id="77" name="Google Shape;86;p4"/>
              <p:cNvGrpSpPr/>
              <p:nvPr/>
            </p:nvGrpSpPr>
            <p:grpSpPr>
              <a:xfrm>
                <a:off x="8559000" y="2863440"/>
                <a:ext cx="584640" cy="2047680"/>
                <a:chOff x="8559000" y="2863440"/>
                <a:chExt cx="584640" cy="2047680"/>
              </a:xfrm>
            </p:grpSpPr>
            <p:cxnSp>
              <p:nvCxnSpPr>
                <p:cNvPr id="78" name="Google Shape;87;p4"/>
                <p:cNvCxnSpPr/>
                <p:nvPr/>
              </p:nvCxnSpPr>
              <p:spPr>
                <a:xfrm flipH="1">
                  <a:off x="8559000" y="4911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79" name="Google Shape;88;p4"/>
                <p:cNvCxnSpPr/>
                <p:nvPr/>
              </p:nvCxnSpPr>
              <p:spPr>
                <a:xfrm flipH="1">
                  <a:off x="8559000" y="4618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0" name="Google Shape;89;p4"/>
                <p:cNvCxnSpPr/>
                <p:nvPr/>
              </p:nvCxnSpPr>
              <p:spPr>
                <a:xfrm flipH="1">
                  <a:off x="8559000" y="4326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1" name="Google Shape;90;p4"/>
                <p:cNvCxnSpPr/>
                <p:nvPr/>
              </p:nvCxnSpPr>
              <p:spPr>
                <a:xfrm flipH="1">
                  <a:off x="8559000" y="4033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2" name="Google Shape;91;p4"/>
                <p:cNvCxnSpPr/>
                <p:nvPr/>
              </p:nvCxnSpPr>
              <p:spPr>
                <a:xfrm flipH="1">
                  <a:off x="8559000" y="3741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3" name="Google Shape;92;p4"/>
                <p:cNvCxnSpPr/>
                <p:nvPr/>
              </p:nvCxnSpPr>
              <p:spPr>
                <a:xfrm flipH="1">
                  <a:off x="8559000" y="315612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4" name="Google Shape;93;p4"/>
                <p:cNvCxnSpPr/>
                <p:nvPr/>
              </p:nvCxnSpPr>
              <p:spPr>
                <a:xfrm flipH="1">
                  <a:off x="8559000" y="3448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  <p:cxnSp>
              <p:nvCxnSpPr>
                <p:cNvPr id="85" name="Google Shape;94;p4"/>
                <p:cNvCxnSpPr/>
                <p:nvPr/>
              </p:nvCxnSpPr>
              <p:spPr>
                <a:xfrm flipH="1">
                  <a:off x="8559000" y="2863440"/>
                  <a:ext cx="585000" cy="360"/>
                </a:xfrm>
                <a:prstGeom prst="straightConnector1">
                  <a:avLst/>
                </a:prstGeom>
                <a:ln w="9525">
                  <a:solidFill>
                    <a:srgbClr val="FFFFFF"/>
                  </a:solidFill>
                  <a:round/>
                </a:ln>
              </p:spPr>
            </p:cxnSp>
          </p:grpSp>
        </p:grpSp>
        <p:grpSp>
          <p:nvGrpSpPr>
            <p:cNvPr id="86" name="Google Shape;95;p4"/>
            <p:cNvGrpSpPr/>
            <p:nvPr/>
          </p:nvGrpSpPr>
          <p:grpSpPr>
            <a:xfrm>
              <a:off x="8558640" y="0"/>
              <a:ext cx="292680" cy="5142960"/>
              <a:chOff x="8558640" y="0"/>
              <a:chExt cx="292680" cy="5142960"/>
            </a:xfrm>
          </p:grpSpPr>
          <p:cxnSp>
            <p:nvCxnSpPr>
              <p:cNvPr id="87" name="Google Shape;96;p4"/>
              <p:cNvCxnSpPr/>
              <p:nvPr/>
            </p:nvCxnSpPr>
            <p:spPr>
              <a:xfrm>
                <a:off x="8851320" y="0"/>
                <a:ext cx="360" cy="51433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  <p:cxnSp>
            <p:nvCxnSpPr>
              <p:cNvPr id="88" name="Google Shape;97;p4"/>
              <p:cNvCxnSpPr/>
              <p:nvPr/>
            </p:nvCxnSpPr>
            <p:spPr>
              <a:xfrm>
                <a:off x="8558640" y="0"/>
                <a:ext cx="360" cy="5143320"/>
              </a:xfrm>
              <a:prstGeom prst="straightConnector1">
                <a:avLst/>
              </a:prstGeom>
              <a:ln w="9525">
                <a:solidFill>
                  <a:srgbClr val="FFFFFF"/>
                </a:solidFill>
                <a:round/>
              </a:ln>
            </p:spPr>
          </p:cxnSp>
        </p:grpSp>
      </p:grpSp>
      <p:grpSp>
        <p:nvGrpSpPr>
          <p:cNvPr id="89" name="Google Shape;98;p4"/>
          <p:cNvGrpSpPr/>
          <p:nvPr/>
        </p:nvGrpSpPr>
        <p:grpSpPr>
          <a:xfrm>
            <a:off x="164520" y="137520"/>
            <a:ext cx="8902440" cy="4860360"/>
            <a:chOff x="164520" y="137520"/>
            <a:chExt cx="8902440" cy="4860360"/>
          </a:xfrm>
        </p:grpSpPr>
        <p:grpSp>
          <p:nvGrpSpPr>
            <p:cNvPr id="90" name="Google Shape;99;p4"/>
            <p:cNvGrpSpPr/>
            <p:nvPr/>
          </p:nvGrpSpPr>
          <p:grpSpPr>
            <a:xfrm>
              <a:off x="8307000" y="137520"/>
              <a:ext cx="584640" cy="584640"/>
              <a:chOff x="8307000" y="137520"/>
              <a:chExt cx="584640" cy="584640"/>
            </a:xfrm>
          </p:grpSpPr>
          <p:sp>
            <p:nvSpPr>
              <p:cNvPr id="91" name="Google Shape;100;p4"/>
              <p:cNvSpPr/>
              <p:nvPr/>
            </p:nvSpPr>
            <p:spPr>
              <a:xfrm flipH="1">
                <a:off x="8307000" y="137520"/>
                <a:ext cx="584640" cy="584640"/>
              </a:xfrm>
              <a:custGeom>
                <a:avLst/>
                <a:gdLst>
                  <a:gd name="textAreaLeft" fmla="*/ 360 w 584640"/>
                  <a:gd name="textAreaRight" fmla="*/ 585360 w 584640"/>
                  <a:gd name="textAreaTop" fmla="*/ 0 h 584640"/>
                  <a:gd name="textAreaBottom" fmla="*/ 585000 h 584640"/>
                </a:gdLst>
                <a:ahLst/>
                <a:cxnLst/>
                <a:rect l="textAreaLeft" t="textAreaTop" r="textAreaRight" b="textAreaBottom"/>
                <a:pathLst>
                  <a:path w="5393" h="5392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2" name="Google Shape;101;p4"/>
              <p:cNvSpPr/>
              <p:nvPr/>
            </p:nvSpPr>
            <p:spPr>
              <a:xfrm flipH="1">
                <a:off x="8337600" y="167760"/>
                <a:ext cx="524160" cy="524160"/>
              </a:xfrm>
              <a:custGeom>
                <a:avLst/>
                <a:gdLst>
                  <a:gd name="textAreaLeft" fmla="*/ 360 w 524160"/>
                  <a:gd name="textAreaRight" fmla="*/ 524880 w 524160"/>
                  <a:gd name="textAreaTop" fmla="*/ 0 h 524160"/>
                  <a:gd name="textAreaBottom" fmla="*/ 524520 h 524160"/>
                </a:gdLst>
                <a:ahLst/>
                <a:cxnLst/>
                <a:rect l="textAreaLeft" t="textAreaTop" r="textAreaRight" b="textAreaBottom"/>
                <a:pathLst>
                  <a:path w="4836" h="4834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" name="Google Shape;102;p4"/>
              <p:cNvSpPr/>
              <p:nvPr/>
            </p:nvSpPr>
            <p:spPr>
              <a:xfrm flipH="1">
                <a:off x="8630280" y="554040"/>
                <a:ext cx="23760" cy="12240"/>
              </a:xfrm>
              <a:custGeom>
                <a:avLst/>
                <a:gdLst>
                  <a:gd name="textAreaLeft" fmla="*/ 360 w 23760"/>
                  <a:gd name="textAreaRight" fmla="*/ 24480 w 23760"/>
                  <a:gd name="textAreaTop" fmla="*/ 0 h 12240"/>
                  <a:gd name="textAreaBottom" fmla="*/ 12600 h 12240"/>
                </a:gdLst>
                <a:ahLst/>
                <a:cxnLst/>
                <a:rect l="textAreaLeft" t="textAreaTop" r="textAreaRight" b="textAreaBottom"/>
                <a:pathLst>
                  <a:path w="223" h="116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3;p4"/>
              <p:cNvSpPr/>
              <p:nvPr/>
            </p:nvSpPr>
            <p:spPr>
              <a:xfrm flipH="1">
                <a:off x="8613000" y="546480"/>
                <a:ext cx="47160" cy="15480"/>
              </a:xfrm>
              <a:custGeom>
                <a:avLst/>
                <a:gdLst>
                  <a:gd name="textAreaLeft" fmla="*/ -360 w 47160"/>
                  <a:gd name="textAreaRight" fmla="*/ 47160 w 4716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439" h="146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7560" rIns="90000" bIns="7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4;p4"/>
              <p:cNvSpPr/>
              <p:nvPr/>
            </p:nvSpPr>
            <p:spPr>
              <a:xfrm flipH="1">
                <a:off x="8603280" y="541440"/>
                <a:ext cx="66960" cy="21240"/>
              </a:xfrm>
              <a:custGeom>
                <a:avLst/>
                <a:gdLst>
                  <a:gd name="textAreaLeft" fmla="*/ 360 w 66960"/>
                  <a:gd name="textAreaRight" fmla="*/ 67680 w 6696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620" h="20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0800" rIns="90000" bIns="10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5;p4"/>
              <p:cNvSpPr/>
              <p:nvPr/>
            </p:nvSpPr>
            <p:spPr>
              <a:xfrm flipH="1">
                <a:off x="8595000" y="537120"/>
                <a:ext cx="81720" cy="26280"/>
              </a:xfrm>
              <a:custGeom>
                <a:avLst/>
                <a:gdLst>
                  <a:gd name="textAreaLeft" fmla="*/ -360 w 81720"/>
                  <a:gd name="textAreaRight" fmla="*/ 81720 w 81720"/>
                  <a:gd name="textAreaTop" fmla="*/ 0 h 26280"/>
                  <a:gd name="textAreaBottom" fmla="*/ 26640 h 26280"/>
                </a:gdLst>
                <a:ahLst/>
                <a:cxnLst/>
                <a:rect l="textAreaLeft" t="textAreaTop" r="textAreaRight" b="textAreaBottom"/>
                <a:pathLst>
                  <a:path w="756" h="244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3320" rIns="90000" bIns="13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6;p4"/>
              <p:cNvSpPr/>
              <p:nvPr/>
            </p:nvSpPr>
            <p:spPr>
              <a:xfrm flipH="1">
                <a:off x="8588520" y="533160"/>
                <a:ext cx="93240" cy="29880"/>
              </a:xfrm>
              <a:custGeom>
                <a:avLst/>
                <a:gdLst>
                  <a:gd name="textAreaLeft" fmla="*/ -360 w 93240"/>
                  <a:gd name="textAreaRight" fmla="*/ 93240 w 9324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863" h="28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7;p4"/>
              <p:cNvSpPr/>
              <p:nvPr/>
            </p:nvSpPr>
            <p:spPr>
              <a:xfrm flipH="1">
                <a:off x="8584200" y="529200"/>
                <a:ext cx="102960" cy="3384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951" h="314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920" rIns="90000" bIns="16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8;p4"/>
              <p:cNvSpPr/>
              <p:nvPr/>
            </p:nvSpPr>
            <p:spPr>
              <a:xfrm flipH="1">
                <a:off x="8578440" y="525960"/>
                <a:ext cx="111240" cy="37080"/>
              </a:xfrm>
              <a:custGeom>
                <a:avLst/>
                <a:gdLst>
                  <a:gd name="textAreaLeft" fmla="*/ -360 w 111240"/>
                  <a:gd name="textAreaRight" fmla="*/ 111240 w 11124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1030" h="344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720" rIns="90000" bIns="18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9;p4"/>
              <p:cNvSpPr/>
              <p:nvPr/>
            </p:nvSpPr>
            <p:spPr>
              <a:xfrm flipH="1">
                <a:off x="8575200" y="522720"/>
                <a:ext cx="118800" cy="39960"/>
              </a:xfrm>
              <a:custGeom>
                <a:avLst/>
                <a:gdLst>
                  <a:gd name="textAreaLeft" fmla="*/ 360 w 118800"/>
                  <a:gd name="textAreaRight" fmla="*/ 119520 w 11880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097" h="371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10;p4"/>
              <p:cNvSpPr/>
              <p:nvPr/>
            </p:nvSpPr>
            <p:spPr>
              <a:xfrm flipH="1">
                <a:off x="8570520" y="519840"/>
                <a:ext cx="125640" cy="42480"/>
              </a:xfrm>
              <a:custGeom>
                <a:avLst/>
                <a:gdLst>
                  <a:gd name="textAreaLeft" fmla="*/ -360 w 125640"/>
                  <a:gd name="textAreaRight" fmla="*/ 125640 w 125640"/>
                  <a:gd name="textAreaTop" fmla="*/ 0 h 42480"/>
                  <a:gd name="textAreaBottom" fmla="*/ 42840 h 42480"/>
                </a:gdLst>
                <a:ahLst/>
                <a:cxnLst/>
                <a:rect l="textAreaLeft" t="textAreaTop" r="textAreaRight" b="textAreaBottom"/>
                <a:pathLst>
                  <a:path w="1160" h="394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240" rIns="90000" bIns="21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1;p4"/>
              <p:cNvSpPr/>
              <p:nvPr/>
            </p:nvSpPr>
            <p:spPr>
              <a:xfrm flipH="1">
                <a:off x="8566920" y="516600"/>
                <a:ext cx="131400" cy="44640"/>
              </a:xfrm>
              <a:custGeom>
                <a:avLst/>
                <a:gdLst>
                  <a:gd name="textAreaLeft" fmla="*/ -360 w 131400"/>
                  <a:gd name="textAreaRight" fmla="*/ 131400 w 13140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215" h="4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2320" rIns="90000" bIns="22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12;p4"/>
              <p:cNvSpPr/>
              <p:nvPr/>
            </p:nvSpPr>
            <p:spPr>
              <a:xfrm flipH="1">
                <a:off x="8564400" y="513720"/>
                <a:ext cx="136800" cy="46800"/>
              </a:xfrm>
              <a:custGeom>
                <a:avLst/>
                <a:gdLst>
                  <a:gd name="textAreaLeft" fmla="*/ 360 w 136800"/>
                  <a:gd name="textAreaRight" fmla="*/ 137520 w 136800"/>
                  <a:gd name="textAreaTop" fmla="*/ 0 h 46800"/>
                  <a:gd name="textAreaBottom" fmla="*/ 47160 h 46800"/>
                </a:gdLst>
                <a:ahLst/>
                <a:cxnLst/>
                <a:rect l="textAreaLeft" t="textAreaTop" r="textAreaRight" b="textAreaBottom"/>
                <a:pathLst>
                  <a:path w="1266" h="435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400" rIns="90000" bIns="234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13;p4"/>
              <p:cNvSpPr/>
              <p:nvPr/>
            </p:nvSpPr>
            <p:spPr>
              <a:xfrm flipH="1">
                <a:off x="8561160" y="510840"/>
                <a:ext cx="141840" cy="48600"/>
              </a:xfrm>
              <a:custGeom>
                <a:avLst/>
                <a:gdLst>
                  <a:gd name="textAreaLeft" fmla="*/ 360 w 141840"/>
                  <a:gd name="textAreaRight" fmla="*/ 142560 w 14184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311" h="45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480" rIns="90000" bIns="24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14;p4"/>
              <p:cNvSpPr/>
              <p:nvPr/>
            </p:nvSpPr>
            <p:spPr>
              <a:xfrm flipH="1">
                <a:off x="8557560" y="507960"/>
                <a:ext cx="146520" cy="50400"/>
              </a:xfrm>
              <a:custGeom>
                <a:avLst/>
                <a:gdLst>
                  <a:gd name="textAreaLeft" fmla="*/ -360 w 146520"/>
                  <a:gd name="textAreaRight" fmla="*/ 146520 w 146520"/>
                  <a:gd name="textAreaTop" fmla="*/ 0 h 50400"/>
                  <a:gd name="textAreaBottom" fmla="*/ 50760 h 50400"/>
                </a:gdLst>
                <a:ahLst/>
                <a:cxnLst/>
                <a:rect l="textAreaLeft" t="textAreaTop" r="textAreaRight" b="textAreaBottom"/>
                <a:pathLst>
                  <a:path w="1355" h="467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200" rIns="90000" bIns="25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115;p4"/>
              <p:cNvSpPr/>
              <p:nvPr/>
            </p:nvSpPr>
            <p:spPr>
              <a:xfrm flipH="1">
                <a:off x="8555040" y="505440"/>
                <a:ext cx="150840" cy="51840"/>
              </a:xfrm>
              <a:custGeom>
                <a:avLst/>
                <a:gdLst>
                  <a:gd name="textAreaLeft" fmla="*/ -360 w 150840"/>
                  <a:gd name="textAreaRight" fmla="*/ 150840 w 150840"/>
                  <a:gd name="textAreaTop" fmla="*/ 0 h 51840"/>
                  <a:gd name="textAreaBottom" fmla="*/ 52200 h 51840"/>
                </a:gdLst>
                <a:ahLst/>
                <a:cxnLst/>
                <a:rect l="textAreaLeft" t="textAreaTop" r="textAreaRight" b="textAreaBottom"/>
                <a:pathLst>
                  <a:path w="1393" h="481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920" rIns="90000" bIns="25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116;p4"/>
              <p:cNvSpPr/>
              <p:nvPr/>
            </p:nvSpPr>
            <p:spPr>
              <a:xfrm flipH="1">
                <a:off x="8552880" y="502560"/>
                <a:ext cx="154800" cy="53280"/>
              </a:xfrm>
              <a:custGeom>
                <a:avLst/>
                <a:gdLst>
                  <a:gd name="textAreaLeft" fmla="*/ 360 w 154800"/>
                  <a:gd name="textAreaRight" fmla="*/ 155520 w 15480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429" h="494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6640" rIns="90000" bIns="26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117;p4"/>
              <p:cNvSpPr/>
              <p:nvPr/>
            </p:nvSpPr>
            <p:spPr>
              <a:xfrm flipH="1">
                <a:off x="8550360" y="500040"/>
                <a:ext cx="158400" cy="54360"/>
              </a:xfrm>
              <a:custGeom>
                <a:avLst/>
                <a:gdLst>
                  <a:gd name="textAreaLeft" fmla="*/ 360 w 158400"/>
                  <a:gd name="textAreaRight" fmla="*/ 159120 w 158400"/>
                  <a:gd name="textAreaTop" fmla="*/ 0 h 54360"/>
                  <a:gd name="textAreaBottom" fmla="*/ 54720 h 54360"/>
                </a:gdLst>
                <a:ahLst/>
                <a:cxnLst/>
                <a:rect l="textAreaLeft" t="textAreaTop" r="textAreaRight" b="textAreaBottom"/>
                <a:pathLst>
                  <a:path w="1463" h="506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118;p4"/>
              <p:cNvSpPr/>
              <p:nvPr/>
            </p:nvSpPr>
            <p:spPr>
              <a:xfrm flipH="1">
                <a:off x="8547480" y="497520"/>
                <a:ext cx="161640" cy="55800"/>
              </a:xfrm>
              <a:custGeom>
                <a:avLst/>
                <a:gdLst>
                  <a:gd name="textAreaLeft" fmla="*/ -360 w 161640"/>
                  <a:gd name="textAreaRight" fmla="*/ 161640 w 161640"/>
                  <a:gd name="textAreaTop" fmla="*/ 0 h 55800"/>
                  <a:gd name="textAreaBottom" fmla="*/ 56160 h 55800"/>
                </a:gdLst>
                <a:ahLst/>
                <a:cxnLst/>
                <a:rect l="textAreaLeft" t="textAreaTop" r="textAreaRight" b="textAreaBottom"/>
                <a:pathLst>
                  <a:path w="1494" h="517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8080" rIns="90000" bIns="28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119;p4"/>
              <p:cNvSpPr/>
              <p:nvPr/>
            </p:nvSpPr>
            <p:spPr>
              <a:xfrm flipH="1">
                <a:off x="8546040" y="495000"/>
                <a:ext cx="164880" cy="56880"/>
              </a:xfrm>
              <a:custGeom>
                <a:avLst/>
                <a:gdLst>
                  <a:gd name="textAreaLeft" fmla="*/ 360 w 164880"/>
                  <a:gd name="textAreaRight" fmla="*/ 165600 w 16488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1522" h="527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8440" rIns="90000" bIns="28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" name="Google Shape;120;p4"/>
              <p:cNvSpPr/>
              <p:nvPr/>
            </p:nvSpPr>
            <p:spPr>
              <a:xfrm flipH="1">
                <a:off x="8543520" y="492480"/>
                <a:ext cx="167400" cy="5796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57960"/>
                  <a:gd name="textAreaBottom" fmla="*/ 58320 h 57960"/>
                </a:gdLst>
                <a:ahLst/>
                <a:cxnLst/>
                <a:rect l="textAreaLeft" t="textAreaTop" r="textAreaRight" b="textAreaBottom"/>
                <a:pathLst>
                  <a:path w="1548" h="536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9160" rIns="90000" bIns="29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121;p4"/>
              <p:cNvSpPr/>
              <p:nvPr/>
            </p:nvSpPr>
            <p:spPr>
              <a:xfrm flipH="1">
                <a:off x="8541360" y="490320"/>
                <a:ext cx="170280" cy="58680"/>
              </a:xfrm>
              <a:custGeom>
                <a:avLst/>
                <a:gdLst>
                  <a:gd name="textAreaLeft" fmla="*/ -360 w 170280"/>
                  <a:gd name="textAreaRight" fmla="*/ 170280 w 170280"/>
                  <a:gd name="textAreaTop" fmla="*/ 0 h 58680"/>
                  <a:gd name="textAreaBottom" fmla="*/ 59040 h 58680"/>
                </a:gdLst>
                <a:ahLst/>
                <a:cxnLst/>
                <a:rect l="textAreaLeft" t="textAreaTop" r="textAreaRight" b="textAreaBottom"/>
                <a:pathLst>
                  <a:path w="1573" h="544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9520" rIns="90000" bIns="29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122;p4"/>
              <p:cNvSpPr/>
              <p:nvPr/>
            </p:nvSpPr>
            <p:spPr>
              <a:xfrm flipH="1">
                <a:off x="8539560" y="487800"/>
                <a:ext cx="172440" cy="59760"/>
              </a:xfrm>
              <a:custGeom>
                <a:avLst/>
                <a:gdLst>
                  <a:gd name="textAreaLeft" fmla="*/ -360 w 172440"/>
                  <a:gd name="textAreaRight" fmla="*/ 172440 w 172440"/>
                  <a:gd name="textAreaTop" fmla="*/ 0 h 59760"/>
                  <a:gd name="textAreaBottom" fmla="*/ 60120 h 59760"/>
                </a:gdLst>
                <a:ahLst/>
                <a:cxnLst/>
                <a:rect l="textAreaLeft" t="textAreaTop" r="textAreaRight" b="textAreaBottom"/>
                <a:pathLst>
                  <a:path w="1594" h="55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9880" rIns="90000" bIns="29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" name="Google Shape;123;p4"/>
              <p:cNvSpPr/>
              <p:nvPr/>
            </p:nvSpPr>
            <p:spPr>
              <a:xfrm flipH="1">
                <a:off x="8538480" y="485280"/>
                <a:ext cx="174960" cy="60480"/>
              </a:xfrm>
              <a:custGeom>
                <a:avLst/>
                <a:gdLst>
                  <a:gd name="textAreaLeft" fmla="*/ 360 w 174960"/>
                  <a:gd name="textAreaRight" fmla="*/ 175680 w 174960"/>
                  <a:gd name="textAreaTop" fmla="*/ 0 h 60480"/>
                  <a:gd name="textAreaBottom" fmla="*/ 60840 h 60480"/>
                </a:gdLst>
                <a:ahLst/>
                <a:cxnLst/>
                <a:rect l="textAreaLeft" t="textAreaTop" r="textAreaRight" b="textAreaBottom"/>
                <a:pathLst>
                  <a:path w="1616" h="561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0240" rIns="90000" bIns="30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" name="Google Shape;124;p4"/>
              <p:cNvSpPr/>
              <p:nvPr/>
            </p:nvSpPr>
            <p:spPr>
              <a:xfrm flipH="1">
                <a:off x="8536680" y="483120"/>
                <a:ext cx="177120" cy="61200"/>
              </a:xfrm>
              <a:custGeom>
                <a:avLst/>
                <a:gdLst>
                  <a:gd name="textAreaLeft" fmla="*/ 360 w 177120"/>
                  <a:gd name="textAreaRight" fmla="*/ 177840 w 177120"/>
                  <a:gd name="textAreaTop" fmla="*/ 0 h 61200"/>
                  <a:gd name="textAreaBottom" fmla="*/ 61560 h 61200"/>
                </a:gdLst>
                <a:ahLst/>
                <a:cxnLst/>
                <a:rect l="textAreaLeft" t="textAreaTop" r="textAreaRight" b="textAreaBottom"/>
                <a:pathLst>
                  <a:path w="1635" h="567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0600" rIns="90000" bIns="30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" name="Google Shape;125;p4"/>
              <p:cNvSpPr/>
              <p:nvPr/>
            </p:nvSpPr>
            <p:spPr>
              <a:xfrm flipH="1">
                <a:off x="8534520" y="480600"/>
                <a:ext cx="178920" cy="61920"/>
              </a:xfrm>
              <a:custGeom>
                <a:avLst/>
                <a:gdLst>
                  <a:gd name="textAreaLeft" fmla="*/ -360 w 178920"/>
                  <a:gd name="textAreaRight" fmla="*/ 178920 w 178920"/>
                  <a:gd name="textAreaTop" fmla="*/ 0 h 61920"/>
                  <a:gd name="textAreaBottom" fmla="*/ 62280 h 61920"/>
                </a:gdLst>
                <a:ahLst/>
                <a:cxnLst/>
                <a:rect l="textAreaLeft" t="textAreaTop" r="textAreaRight" b="textAreaBottom"/>
                <a:pathLst>
                  <a:path w="1653" h="574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0960" rIns="90000" bIns="309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" name="Google Shape;126;p4"/>
              <p:cNvSpPr/>
              <p:nvPr/>
            </p:nvSpPr>
            <p:spPr>
              <a:xfrm flipH="1">
                <a:off x="8531280" y="475920"/>
                <a:ext cx="182520" cy="65160"/>
              </a:xfrm>
              <a:custGeom>
                <a:avLst/>
                <a:gdLst>
                  <a:gd name="textAreaLeft" fmla="*/ -360 w 182520"/>
                  <a:gd name="textAreaRight" fmla="*/ 182520 w 182520"/>
                  <a:gd name="textAreaTop" fmla="*/ 0 h 65160"/>
                  <a:gd name="textAreaBottom" fmla="*/ 65520 h 65160"/>
                </a:gdLst>
                <a:ahLst/>
                <a:cxnLst/>
                <a:rect l="textAreaLeft" t="textAreaTop" r="textAreaRight" b="textAreaBottom"/>
                <a:pathLst>
                  <a:path w="1685" h="604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760" rIns="90000" bIns="32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" name="Google Shape;127;p4"/>
              <p:cNvSpPr/>
              <p:nvPr/>
            </p:nvSpPr>
            <p:spPr>
              <a:xfrm flipH="1">
                <a:off x="8528760" y="471240"/>
                <a:ext cx="185400" cy="66240"/>
              </a:xfrm>
              <a:custGeom>
                <a:avLst/>
                <a:gdLst>
                  <a:gd name="textAreaLeft" fmla="*/ -360 w 185400"/>
                  <a:gd name="textAreaRight" fmla="*/ 185400 w 185400"/>
                  <a:gd name="textAreaTop" fmla="*/ 0 h 66240"/>
                  <a:gd name="textAreaBottom" fmla="*/ 66600 h 66240"/>
                </a:gdLst>
                <a:ahLst/>
                <a:cxnLst/>
                <a:rect l="textAreaLeft" t="textAreaTop" r="textAreaRight" b="textAreaBottom"/>
                <a:pathLst>
                  <a:path w="1711" h="613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3120" rIns="90000" bIns="33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128;p4"/>
              <p:cNvSpPr/>
              <p:nvPr/>
            </p:nvSpPr>
            <p:spPr>
              <a:xfrm flipH="1">
                <a:off x="8526240" y="466560"/>
                <a:ext cx="187560" cy="66960"/>
              </a:xfrm>
              <a:custGeom>
                <a:avLst/>
                <a:gdLst>
                  <a:gd name="textAreaLeft" fmla="*/ -360 w 187560"/>
                  <a:gd name="textAreaRight" fmla="*/ 187560 w 187560"/>
                  <a:gd name="textAreaTop" fmla="*/ 0 h 66960"/>
                  <a:gd name="textAreaBottom" fmla="*/ 67320 h 66960"/>
                </a:gdLst>
                <a:ahLst/>
                <a:cxnLst/>
                <a:rect l="textAreaLeft" t="textAreaTop" r="textAreaRight" b="textAreaBottom"/>
                <a:pathLst>
                  <a:path w="1733" h="621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3480" rIns="90000" bIns="33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129;p4"/>
              <p:cNvSpPr/>
              <p:nvPr/>
            </p:nvSpPr>
            <p:spPr>
              <a:xfrm flipH="1">
                <a:off x="8524080" y="462240"/>
                <a:ext cx="189720" cy="67680"/>
              </a:xfrm>
              <a:custGeom>
                <a:avLst/>
                <a:gdLst>
                  <a:gd name="textAreaLeft" fmla="*/ -360 w 189720"/>
                  <a:gd name="textAreaRight" fmla="*/ 189720 w 18972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1753" h="628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3840" rIns="90000" bIns="33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130;p4"/>
              <p:cNvSpPr/>
              <p:nvPr/>
            </p:nvSpPr>
            <p:spPr>
              <a:xfrm flipH="1">
                <a:off x="8522280" y="457560"/>
                <a:ext cx="191160" cy="68400"/>
              </a:xfrm>
              <a:custGeom>
                <a:avLst/>
                <a:gdLst>
                  <a:gd name="textAreaLeft" fmla="*/ -360 w 191160"/>
                  <a:gd name="textAreaRight" fmla="*/ 191160 w 19116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1767" h="633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4200" rIns="90000" bIns="34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131;p4"/>
              <p:cNvSpPr/>
              <p:nvPr/>
            </p:nvSpPr>
            <p:spPr>
              <a:xfrm flipH="1">
                <a:off x="8520480" y="453240"/>
                <a:ext cx="192600" cy="68760"/>
              </a:xfrm>
              <a:custGeom>
                <a:avLst/>
                <a:gdLst>
                  <a:gd name="textAreaLeft" fmla="*/ -360 w 192600"/>
                  <a:gd name="textAreaRight" fmla="*/ 192600 w 19260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1778" h="636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4560" rIns="90000" bIns="34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132;p4"/>
              <p:cNvSpPr/>
              <p:nvPr/>
            </p:nvSpPr>
            <p:spPr>
              <a:xfrm flipH="1">
                <a:off x="8517960" y="450000"/>
                <a:ext cx="193320" cy="64080"/>
              </a:xfrm>
              <a:custGeom>
                <a:avLst/>
                <a:gdLst>
                  <a:gd name="textAreaLeft" fmla="*/ -360 w 193320"/>
                  <a:gd name="textAreaRight" fmla="*/ 193320 w 193320"/>
                  <a:gd name="textAreaTop" fmla="*/ 0 h 64080"/>
                  <a:gd name="textAreaBottom" fmla="*/ 64440 h 64080"/>
                </a:gdLst>
                <a:ahLst/>
                <a:cxnLst/>
                <a:rect l="textAreaLeft" t="textAreaTop" r="textAreaRight" b="textAreaBottom"/>
                <a:pathLst>
                  <a:path w="1786" h="593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2040" rIns="90000" bIns="32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133;p4"/>
              <p:cNvSpPr/>
              <p:nvPr/>
            </p:nvSpPr>
            <p:spPr>
              <a:xfrm flipH="1">
                <a:off x="8516880" y="467640"/>
                <a:ext cx="109080" cy="42120"/>
              </a:xfrm>
              <a:custGeom>
                <a:avLst/>
                <a:gdLst>
                  <a:gd name="textAreaLeft" fmla="*/ -360 w 109080"/>
                  <a:gd name="textAreaRight" fmla="*/ 109080 w 109080"/>
                  <a:gd name="textAreaTop" fmla="*/ 0 h 42120"/>
                  <a:gd name="textAreaBottom" fmla="*/ 42480 h 42120"/>
                </a:gdLst>
                <a:ahLst/>
                <a:cxnLst/>
                <a:rect l="textAreaLeft" t="textAreaTop" r="textAreaRight" b="textAreaBottom"/>
                <a:pathLst>
                  <a:path w="1010" h="39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240" rIns="90000" bIns="21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134;p4"/>
              <p:cNvSpPr/>
              <p:nvPr/>
            </p:nvSpPr>
            <p:spPr>
              <a:xfrm flipH="1">
                <a:off x="8516520" y="463680"/>
                <a:ext cx="108360" cy="4176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1003" h="388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880" rIns="90000" bIns="20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135;p4"/>
              <p:cNvSpPr/>
              <p:nvPr/>
            </p:nvSpPr>
            <p:spPr>
              <a:xfrm flipH="1">
                <a:off x="8515800" y="455040"/>
                <a:ext cx="106200" cy="41400"/>
              </a:xfrm>
              <a:custGeom>
                <a:avLst/>
                <a:gdLst>
                  <a:gd name="textAreaLeft" fmla="*/ -360 w 106200"/>
                  <a:gd name="textAreaRight" fmla="*/ 106200 w 106200"/>
                  <a:gd name="textAreaTop" fmla="*/ 0 h 41400"/>
                  <a:gd name="textAreaBottom" fmla="*/ 41760 h 41400"/>
                </a:gdLst>
                <a:ahLst/>
                <a:cxnLst/>
                <a:rect l="textAreaLeft" t="textAreaTop" r="textAreaRight" b="textAreaBottom"/>
                <a:pathLst>
                  <a:path w="983" h="385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880" rIns="90000" bIns="20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136;p4"/>
              <p:cNvSpPr/>
              <p:nvPr/>
            </p:nvSpPr>
            <p:spPr>
              <a:xfrm flipH="1">
                <a:off x="8516520" y="450720"/>
                <a:ext cx="105120" cy="41040"/>
              </a:xfrm>
              <a:custGeom>
                <a:avLst/>
                <a:gdLst>
                  <a:gd name="textAreaLeft" fmla="*/ 360 w 105120"/>
                  <a:gd name="textAreaRight" fmla="*/ 105840 w 10512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971" h="383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137;p4"/>
              <p:cNvSpPr/>
              <p:nvPr/>
            </p:nvSpPr>
            <p:spPr>
              <a:xfrm flipH="1">
                <a:off x="8516520" y="444240"/>
                <a:ext cx="108720" cy="43200"/>
              </a:xfrm>
              <a:custGeom>
                <a:avLst/>
                <a:gdLst>
                  <a:gd name="textAreaLeft" fmla="*/ 360 w 108720"/>
                  <a:gd name="textAreaRight" fmla="*/ 109440 w 108720"/>
                  <a:gd name="textAreaTop" fmla="*/ 0 h 43200"/>
                  <a:gd name="textAreaBottom" fmla="*/ 43560 h 43200"/>
                </a:gdLst>
                <a:ahLst/>
                <a:cxnLst/>
                <a:rect l="textAreaLeft" t="textAreaTop" r="textAreaRight" b="textAreaBottom"/>
                <a:pathLst>
                  <a:path w="1007" h="402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600" rIns="90000" bIns="21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138;p4"/>
              <p:cNvSpPr/>
              <p:nvPr/>
            </p:nvSpPr>
            <p:spPr>
              <a:xfrm flipH="1">
                <a:off x="8516160" y="435240"/>
                <a:ext cx="122040" cy="47520"/>
              </a:xfrm>
              <a:custGeom>
                <a:avLst/>
                <a:gdLst>
                  <a:gd name="textAreaLeft" fmla="*/ -360 w 122040"/>
                  <a:gd name="textAreaRight" fmla="*/ 122040 w 122040"/>
                  <a:gd name="textAreaTop" fmla="*/ 0 h 47520"/>
                  <a:gd name="textAreaBottom" fmla="*/ 47880 h 47520"/>
                </a:gdLst>
                <a:ahLst/>
                <a:cxnLst/>
                <a:rect l="textAreaLeft" t="textAreaTop" r="textAreaRight" b="textAreaBottom"/>
                <a:pathLst>
                  <a:path w="1129" h="441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139;p4"/>
              <p:cNvSpPr/>
              <p:nvPr/>
            </p:nvSpPr>
            <p:spPr>
              <a:xfrm flipH="1">
                <a:off x="8517600" y="426600"/>
                <a:ext cx="132480" cy="51120"/>
              </a:xfrm>
              <a:custGeom>
                <a:avLst/>
                <a:gdLst>
                  <a:gd name="textAreaLeft" fmla="*/ 360 w 132480"/>
                  <a:gd name="textAreaRight" fmla="*/ 133200 w 132480"/>
                  <a:gd name="textAreaTop" fmla="*/ 0 h 51120"/>
                  <a:gd name="textAreaBottom" fmla="*/ 51480 h 51120"/>
                </a:gdLst>
                <a:ahLst/>
                <a:cxnLst/>
                <a:rect l="textAreaLeft" t="textAreaTop" r="textAreaRight" b="textAreaBottom"/>
                <a:pathLst>
                  <a:path w="1226" h="473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560" rIns="90000" bIns="25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140;p4"/>
              <p:cNvSpPr/>
              <p:nvPr/>
            </p:nvSpPr>
            <p:spPr>
              <a:xfrm flipH="1">
                <a:off x="8518320" y="419400"/>
                <a:ext cx="140040" cy="53280"/>
              </a:xfrm>
              <a:custGeom>
                <a:avLst/>
                <a:gdLst>
                  <a:gd name="textAreaLeft" fmla="*/ -360 w 140040"/>
                  <a:gd name="textAreaRight" fmla="*/ 140040 w 140040"/>
                  <a:gd name="textAreaTop" fmla="*/ 0 h 53280"/>
                  <a:gd name="textAreaBottom" fmla="*/ 53640 h 53280"/>
                </a:gdLst>
                <a:ahLst/>
                <a:cxnLst/>
                <a:rect l="textAreaLeft" t="textAreaTop" r="textAreaRight" b="textAreaBottom"/>
                <a:pathLst>
                  <a:path w="1294" h="4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6640" rIns="90000" bIns="26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141;p4"/>
              <p:cNvSpPr/>
              <p:nvPr/>
            </p:nvSpPr>
            <p:spPr>
              <a:xfrm flipH="1">
                <a:off x="8520840" y="412560"/>
                <a:ext cx="144720" cy="54720"/>
              </a:xfrm>
              <a:custGeom>
                <a:avLst/>
                <a:gdLst>
                  <a:gd name="textAreaLeft" fmla="*/ 360 w 144720"/>
                  <a:gd name="textAreaRight" fmla="*/ 145440 w 144720"/>
                  <a:gd name="textAreaTop" fmla="*/ 0 h 54720"/>
                  <a:gd name="textAreaBottom" fmla="*/ 55080 h 54720"/>
                </a:gdLst>
                <a:ahLst/>
                <a:cxnLst/>
                <a:rect l="textAreaLeft" t="textAreaTop" r="textAreaRight" b="textAreaBottom"/>
                <a:pathLst>
                  <a:path w="1338" h="50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360" rIns="90000" bIns="27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142;p4"/>
              <p:cNvSpPr/>
              <p:nvPr/>
            </p:nvSpPr>
            <p:spPr>
              <a:xfrm flipH="1">
                <a:off x="8522640" y="406440"/>
                <a:ext cx="147240" cy="55440"/>
              </a:xfrm>
              <a:custGeom>
                <a:avLst/>
                <a:gdLst>
                  <a:gd name="textAreaLeft" fmla="*/ -360 w 147240"/>
                  <a:gd name="textAreaRight" fmla="*/ 147240 w 147240"/>
                  <a:gd name="textAreaTop" fmla="*/ 0 h 55440"/>
                  <a:gd name="textAreaBottom" fmla="*/ 55800 h 55440"/>
                </a:gdLst>
                <a:ahLst/>
                <a:cxnLst/>
                <a:rect l="textAreaLeft" t="textAreaTop" r="textAreaRight" b="textAreaBottom"/>
                <a:pathLst>
                  <a:path w="1360" h="515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7720" rIns="90000" bIns="27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143;p4"/>
              <p:cNvSpPr/>
              <p:nvPr/>
            </p:nvSpPr>
            <p:spPr>
              <a:xfrm flipH="1">
                <a:off x="8366760" y="196920"/>
                <a:ext cx="465840" cy="465480"/>
              </a:xfrm>
              <a:custGeom>
                <a:avLst/>
                <a:gdLst>
                  <a:gd name="textAreaLeft" fmla="*/ 360 w 465840"/>
                  <a:gd name="textAreaRight" fmla="*/ 466560 w 465840"/>
                  <a:gd name="textAreaTop" fmla="*/ 0 h 465480"/>
                  <a:gd name="textAreaBottom" fmla="*/ 465840 h 465480"/>
                </a:gdLst>
                <a:ahLst/>
                <a:cxnLst/>
                <a:rect l="textAreaLeft" t="textAreaTop" r="textAreaRight" b="textAreaBottom"/>
                <a:pathLst>
                  <a:path w="4296" h="4295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144;p4"/>
              <p:cNvSpPr/>
              <p:nvPr/>
            </p:nvSpPr>
            <p:spPr>
              <a:xfrm>
                <a:off x="8351640" y="191160"/>
                <a:ext cx="488520" cy="488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2500" b="1" u="none" strike="noStrike">
                    <a:solidFill>
                      <a:schemeClr val="accent2"/>
                    </a:solidFill>
                    <a:effectLst/>
                    <a:uFillTx/>
                    <a:latin typeface="Be Vietnam Pro"/>
                    <a:ea typeface="Be Vietnam Pro"/>
                  </a:rPr>
                  <a:t>$</a:t>
                </a:r>
                <a:endParaRPr lang="en-US" sz="25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" name="Google Shape;145;p4"/>
            <p:cNvGrpSpPr/>
            <p:nvPr/>
          </p:nvGrpSpPr>
          <p:grpSpPr>
            <a:xfrm>
              <a:off x="8634600" y="515160"/>
              <a:ext cx="432360" cy="432360"/>
              <a:chOff x="8634600" y="515160"/>
              <a:chExt cx="432360" cy="432360"/>
            </a:xfrm>
          </p:grpSpPr>
          <p:sp>
            <p:nvSpPr>
              <p:cNvPr id="137" name="Google Shape;146;p4"/>
              <p:cNvSpPr/>
              <p:nvPr/>
            </p:nvSpPr>
            <p:spPr>
              <a:xfrm flipH="1">
                <a:off x="8634240" y="515160"/>
                <a:ext cx="432360" cy="432360"/>
              </a:xfrm>
              <a:custGeom>
                <a:avLst/>
                <a:gdLst>
                  <a:gd name="textAreaLeft" fmla="*/ -360 w 432360"/>
                  <a:gd name="textAreaRight" fmla="*/ 432360 w 432360"/>
                  <a:gd name="textAreaTop" fmla="*/ 0 h 432360"/>
                  <a:gd name="textAreaBottom" fmla="*/ 432720 h 432360"/>
                </a:gdLst>
                <a:ahLst/>
                <a:cxnLst/>
                <a:rect l="textAreaLeft" t="textAreaTop" r="textAreaRight" b="textAreaBottom"/>
                <a:pathLst>
                  <a:path w="5393" h="5392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" name="Google Shape;147;p4"/>
              <p:cNvSpPr/>
              <p:nvPr/>
            </p:nvSpPr>
            <p:spPr>
              <a:xfrm flipH="1">
                <a:off x="8656920" y="537480"/>
                <a:ext cx="387720" cy="387360"/>
              </a:xfrm>
              <a:custGeom>
                <a:avLst/>
                <a:gdLst>
                  <a:gd name="textAreaLeft" fmla="*/ -360 w 387720"/>
                  <a:gd name="textAreaRight" fmla="*/ 387720 w 387720"/>
                  <a:gd name="textAreaTop" fmla="*/ 0 h 387360"/>
                  <a:gd name="textAreaBottom" fmla="*/ 387720 h 387360"/>
                </a:gdLst>
                <a:ahLst/>
                <a:cxnLst/>
                <a:rect l="textAreaLeft" t="textAreaTop" r="textAreaRight" b="textAreaBottom"/>
                <a:pathLst>
                  <a:path w="4836" h="4834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" name="Google Shape;148;p4"/>
              <p:cNvSpPr/>
              <p:nvPr/>
            </p:nvSpPr>
            <p:spPr>
              <a:xfrm flipH="1">
                <a:off x="8873280" y="822960"/>
                <a:ext cx="17640" cy="9000"/>
              </a:xfrm>
              <a:custGeom>
                <a:avLst/>
                <a:gdLst>
                  <a:gd name="textAreaLeft" fmla="*/ -360 w 17640"/>
                  <a:gd name="textAreaRight" fmla="*/ 17640 w 17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23" h="116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0" name="Google Shape;149;p4"/>
              <p:cNvSpPr/>
              <p:nvPr/>
            </p:nvSpPr>
            <p:spPr>
              <a:xfrm flipH="1">
                <a:off x="8861040" y="817560"/>
                <a:ext cx="34920" cy="11520"/>
              </a:xfrm>
              <a:custGeom>
                <a:avLst/>
                <a:gdLst>
                  <a:gd name="textAreaLeft" fmla="*/ -360 w 34920"/>
                  <a:gd name="textAreaRight" fmla="*/ 34920 w 34920"/>
                  <a:gd name="textAreaTop" fmla="*/ 0 h 11520"/>
                  <a:gd name="textAreaBottom" fmla="*/ 11880 h 11520"/>
                </a:gdLst>
                <a:ahLst/>
                <a:cxnLst/>
                <a:rect l="textAreaLeft" t="textAreaTop" r="textAreaRight" b="textAreaBottom"/>
                <a:pathLst>
                  <a:path w="439" h="146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5760" rIns="90000" bIns="5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150;p4"/>
              <p:cNvSpPr/>
              <p:nvPr/>
            </p:nvSpPr>
            <p:spPr>
              <a:xfrm flipH="1">
                <a:off x="8853480" y="813960"/>
                <a:ext cx="49320" cy="15840"/>
              </a:xfrm>
              <a:custGeom>
                <a:avLst/>
                <a:gdLst>
                  <a:gd name="textAreaLeft" fmla="*/ -360 w 49320"/>
                  <a:gd name="textAreaRight" fmla="*/ 49320 w 49320"/>
                  <a:gd name="textAreaTop" fmla="*/ 0 h 15840"/>
                  <a:gd name="textAreaBottom" fmla="*/ 16200 h 15840"/>
                </a:gdLst>
                <a:ahLst/>
                <a:cxnLst/>
                <a:rect l="textAreaLeft" t="textAreaTop" r="textAreaRight" b="textAreaBottom"/>
                <a:pathLst>
                  <a:path w="620" h="20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7920" rIns="90000" bIns="7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151;p4"/>
              <p:cNvSpPr/>
              <p:nvPr/>
            </p:nvSpPr>
            <p:spPr>
              <a:xfrm flipH="1">
                <a:off x="8848440" y="810720"/>
                <a:ext cx="60480" cy="19080"/>
              </a:xfrm>
              <a:custGeom>
                <a:avLst/>
                <a:gdLst>
                  <a:gd name="textAreaLeft" fmla="*/ 360 w 60480"/>
                  <a:gd name="textAreaRight" fmla="*/ 61200 w 6048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756" h="244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720" rIns="90000" bIns="9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3" name="Google Shape;152;p4"/>
              <p:cNvSpPr/>
              <p:nvPr/>
            </p:nvSpPr>
            <p:spPr>
              <a:xfrm flipH="1">
                <a:off x="8843040" y="807840"/>
                <a:ext cx="68760" cy="21960"/>
              </a:xfrm>
              <a:custGeom>
                <a:avLst/>
                <a:gdLst>
                  <a:gd name="textAreaLeft" fmla="*/ -360 w 68760"/>
                  <a:gd name="textAreaRight" fmla="*/ 68760 w 68760"/>
                  <a:gd name="textAreaTop" fmla="*/ 0 h 21960"/>
                  <a:gd name="textAreaBottom" fmla="*/ 22320 h 21960"/>
                </a:gdLst>
                <a:ahLst/>
                <a:cxnLst/>
                <a:rect l="textAreaLeft" t="textAreaTop" r="textAreaRight" b="textAreaBottom"/>
                <a:pathLst>
                  <a:path w="863" h="28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1160" rIns="90000" bIns="11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4" name="Google Shape;153;p4"/>
              <p:cNvSpPr/>
              <p:nvPr/>
            </p:nvSpPr>
            <p:spPr>
              <a:xfrm flipH="1">
                <a:off x="8839080" y="804960"/>
                <a:ext cx="75960" cy="24840"/>
              </a:xfrm>
              <a:custGeom>
                <a:avLst/>
                <a:gdLst>
                  <a:gd name="textAreaLeft" fmla="*/ -360 w 75960"/>
                  <a:gd name="textAreaRight" fmla="*/ 75960 w 75960"/>
                  <a:gd name="textAreaTop" fmla="*/ 0 h 24840"/>
                  <a:gd name="textAreaBottom" fmla="*/ 25200 h 24840"/>
                </a:gdLst>
                <a:ahLst/>
                <a:cxnLst/>
                <a:rect l="textAreaLeft" t="textAreaTop" r="textAreaRight" b="textAreaBottom"/>
                <a:pathLst>
                  <a:path w="951" h="314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5" name="Google Shape;154;p4"/>
              <p:cNvSpPr/>
              <p:nvPr/>
            </p:nvSpPr>
            <p:spPr>
              <a:xfrm flipH="1">
                <a:off x="8835480" y="802440"/>
                <a:ext cx="82440" cy="27360"/>
              </a:xfrm>
              <a:custGeom>
                <a:avLst/>
                <a:gdLst>
                  <a:gd name="textAreaLeft" fmla="*/ -360 w 82440"/>
                  <a:gd name="textAreaRight" fmla="*/ 82440 w 82440"/>
                  <a:gd name="textAreaTop" fmla="*/ 0 h 27360"/>
                  <a:gd name="textAreaBottom" fmla="*/ 27720 h 27360"/>
                </a:gdLst>
                <a:ahLst/>
                <a:cxnLst/>
                <a:rect l="textAreaLeft" t="textAreaTop" r="textAreaRight" b="textAreaBottom"/>
                <a:pathLst>
                  <a:path w="1030" h="344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3680" rIns="90000" bIns="136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55;p4"/>
              <p:cNvSpPr/>
              <p:nvPr/>
            </p:nvSpPr>
            <p:spPr>
              <a:xfrm flipH="1">
                <a:off x="8833320" y="799920"/>
                <a:ext cx="87840" cy="29520"/>
              </a:xfrm>
              <a:custGeom>
                <a:avLst/>
                <a:gdLst>
                  <a:gd name="textAreaLeft" fmla="*/ 360 w 87840"/>
                  <a:gd name="textAreaRight" fmla="*/ 88560 w 87840"/>
                  <a:gd name="textAreaTop" fmla="*/ 0 h 29520"/>
                  <a:gd name="textAreaBottom" fmla="*/ 29880 h 29520"/>
                </a:gdLst>
                <a:ahLst/>
                <a:cxnLst/>
                <a:rect l="textAreaLeft" t="textAreaTop" r="textAreaRight" b="textAreaBottom"/>
                <a:pathLst>
                  <a:path w="1097" h="371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760" rIns="90000" bIns="14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156;p4"/>
              <p:cNvSpPr/>
              <p:nvPr/>
            </p:nvSpPr>
            <p:spPr>
              <a:xfrm flipH="1">
                <a:off x="8830440" y="797760"/>
                <a:ext cx="92880" cy="31320"/>
              </a:xfrm>
              <a:custGeom>
                <a:avLst/>
                <a:gdLst>
                  <a:gd name="textAreaLeft" fmla="*/ 360 w 92880"/>
                  <a:gd name="textAreaRight" fmla="*/ 93600 w 92880"/>
                  <a:gd name="textAreaTop" fmla="*/ 0 h 31320"/>
                  <a:gd name="textAreaBottom" fmla="*/ 31680 h 31320"/>
                </a:gdLst>
                <a:ahLst/>
                <a:cxnLst/>
                <a:rect l="textAreaLeft" t="textAreaTop" r="textAreaRight" b="textAreaBottom"/>
                <a:pathLst>
                  <a:path w="1160" h="394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157;p4"/>
              <p:cNvSpPr/>
              <p:nvPr/>
            </p:nvSpPr>
            <p:spPr>
              <a:xfrm flipH="1">
                <a:off x="8827920" y="795600"/>
                <a:ext cx="97200" cy="33120"/>
              </a:xfrm>
              <a:custGeom>
                <a:avLst/>
                <a:gdLst>
                  <a:gd name="textAreaLeft" fmla="*/ 360 w 97200"/>
                  <a:gd name="textAreaRight" fmla="*/ 97920 w 9720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215" h="4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158;p4"/>
              <p:cNvSpPr/>
              <p:nvPr/>
            </p:nvSpPr>
            <p:spPr>
              <a:xfrm flipH="1">
                <a:off x="8824680" y="793440"/>
                <a:ext cx="101160" cy="34560"/>
              </a:xfrm>
              <a:custGeom>
                <a:avLst/>
                <a:gdLst>
                  <a:gd name="textAreaLeft" fmla="*/ -360 w 101160"/>
                  <a:gd name="textAreaRight" fmla="*/ 101160 w 10116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1266" h="435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280" rIns="90000" bIns="172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159;p4"/>
              <p:cNvSpPr/>
              <p:nvPr/>
            </p:nvSpPr>
            <p:spPr>
              <a:xfrm flipH="1">
                <a:off x="8822160" y="791280"/>
                <a:ext cx="104760" cy="36000"/>
              </a:xfrm>
              <a:custGeom>
                <a:avLst/>
                <a:gdLst>
                  <a:gd name="textAreaLeft" fmla="*/ -360 w 104760"/>
                  <a:gd name="textAreaRight" fmla="*/ 104760 w 10476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1311" h="45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000" rIns="90000" bIns="18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" name="Google Shape;160;p4"/>
              <p:cNvSpPr/>
              <p:nvPr/>
            </p:nvSpPr>
            <p:spPr>
              <a:xfrm flipH="1">
                <a:off x="8820000" y="789120"/>
                <a:ext cx="108360" cy="37080"/>
              </a:xfrm>
              <a:custGeom>
                <a:avLst/>
                <a:gdLst>
                  <a:gd name="textAreaLeft" fmla="*/ -360 w 108360"/>
                  <a:gd name="textAreaRight" fmla="*/ 108360 w 108360"/>
                  <a:gd name="textAreaTop" fmla="*/ 0 h 37080"/>
                  <a:gd name="textAreaBottom" fmla="*/ 37440 h 37080"/>
                </a:gdLst>
                <a:ahLst/>
                <a:cxnLst/>
                <a:rect l="textAreaLeft" t="textAreaTop" r="textAreaRight" b="textAreaBottom"/>
                <a:pathLst>
                  <a:path w="1355" h="467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720" rIns="90000" bIns="18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" name="Google Shape;161;p4"/>
              <p:cNvSpPr/>
              <p:nvPr/>
            </p:nvSpPr>
            <p:spPr>
              <a:xfrm flipH="1">
                <a:off x="8818200" y="787320"/>
                <a:ext cx="111240" cy="38160"/>
              </a:xfrm>
              <a:custGeom>
                <a:avLst/>
                <a:gdLst>
                  <a:gd name="textAreaLeft" fmla="*/ -360 w 111240"/>
                  <a:gd name="textAreaRight" fmla="*/ 111240 w 11124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1393" h="481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080" rIns="90000" bIns="19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" name="Google Shape;162;p4"/>
              <p:cNvSpPr/>
              <p:nvPr/>
            </p:nvSpPr>
            <p:spPr>
              <a:xfrm flipH="1">
                <a:off x="8816760" y="785160"/>
                <a:ext cx="114480" cy="39240"/>
              </a:xfrm>
              <a:custGeom>
                <a:avLst/>
                <a:gdLst>
                  <a:gd name="textAreaLeft" fmla="*/ 360 w 114480"/>
                  <a:gd name="textAreaRight" fmla="*/ 115200 w 11448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1429" h="494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800" rIns="90000" bIns="19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4" name="Google Shape;163;p4"/>
              <p:cNvSpPr/>
              <p:nvPr/>
            </p:nvSpPr>
            <p:spPr>
              <a:xfrm flipH="1">
                <a:off x="8814240" y="783360"/>
                <a:ext cx="117000" cy="40320"/>
              </a:xfrm>
              <a:custGeom>
                <a:avLst/>
                <a:gdLst>
                  <a:gd name="textAreaLeft" fmla="*/ -360 w 117000"/>
                  <a:gd name="textAreaRight" fmla="*/ 117000 w 11700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1463" h="506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5" name="Google Shape;164;p4"/>
              <p:cNvSpPr/>
              <p:nvPr/>
            </p:nvSpPr>
            <p:spPr>
              <a:xfrm flipH="1">
                <a:off x="8813520" y="781560"/>
                <a:ext cx="119520" cy="41040"/>
              </a:xfrm>
              <a:custGeom>
                <a:avLst/>
                <a:gdLst>
                  <a:gd name="textAreaLeft" fmla="*/ 360 w 119520"/>
                  <a:gd name="textAreaRight" fmla="*/ 120240 w 11952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1494" h="517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6" name="Google Shape;165;p4"/>
              <p:cNvSpPr/>
              <p:nvPr/>
            </p:nvSpPr>
            <p:spPr>
              <a:xfrm flipH="1">
                <a:off x="8811720" y="779760"/>
                <a:ext cx="121680" cy="41760"/>
              </a:xfrm>
              <a:custGeom>
                <a:avLst/>
                <a:gdLst>
                  <a:gd name="textAreaLeft" fmla="*/ 360 w 121680"/>
                  <a:gd name="textAreaRight" fmla="*/ 122400 w 121680"/>
                  <a:gd name="textAreaTop" fmla="*/ 0 h 41760"/>
                  <a:gd name="textAreaBottom" fmla="*/ 42120 h 41760"/>
                </a:gdLst>
                <a:ahLst/>
                <a:cxnLst/>
                <a:rect l="textAreaLeft" t="textAreaTop" r="textAreaRight" b="textAreaBottom"/>
                <a:pathLst>
                  <a:path w="1522" h="527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880" rIns="90000" bIns="20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" name="Google Shape;166;p4"/>
              <p:cNvSpPr/>
              <p:nvPr/>
            </p:nvSpPr>
            <p:spPr>
              <a:xfrm flipH="1">
                <a:off x="8810280" y="777600"/>
                <a:ext cx="123840" cy="42480"/>
              </a:xfrm>
              <a:custGeom>
                <a:avLst/>
                <a:gdLst>
                  <a:gd name="textAreaLeft" fmla="*/ 360 w 123840"/>
                  <a:gd name="textAreaRight" fmla="*/ 124560 w 123840"/>
                  <a:gd name="textAreaTop" fmla="*/ 0 h 42480"/>
                  <a:gd name="textAreaBottom" fmla="*/ 42840 h 42480"/>
                </a:gdLst>
                <a:ahLst/>
                <a:cxnLst/>
                <a:rect l="textAreaLeft" t="textAreaTop" r="textAreaRight" b="textAreaBottom"/>
                <a:pathLst>
                  <a:path w="1548" h="536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240" rIns="90000" bIns="21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167;p4"/>
              <p:cNvSpPr/>
              <p:nvPr/>
            </p:nvSpPr>
            <p:spPr>
              <a:xfrm flipH="1">
                <a:off x="8808840" y="776160"/>
                <a:ext cx="126000" cy="43200"/>
              </a:xfrm>
              <a:custGeom>
                <a:avLst/>
                <a:gdLst>
                  <a:gd name="textAreaLeft" fmla="*/ 360 w 126000"/>
                  <a:gd name="textAreaRight" fmla="*/ 126720 w 126000"/>
                  <a:gd name="textAreaTop" fmla="*/ 0 h 43200"/>
                  <a:gd name="textAreaBottom" fmla="*/ 43560 h 43200"/>
                </a:gdLst>
                <a:ahLst/>
                <a:cxnLst/>
                <a:rect l="textAreaLeft" t="textAreaTop" r="textAreaRight" b="textAreaBottom"/>
                <a:pathLst>
                  <a:path w="1573" h="544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600" rIns="90000" bIns="21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9" name="Google Shape;168;p4"/>
              <p:cNvSpPr/>
              <p:nvPr/>
            </p:nvSpPr>
            <p:spPr>
              <a:xfrm flipH="1">
                <a:off x="8807400" y="774000"/>
                <a:ext cx="127440" cy="43920"/>
              </a:xfrm>
              <a:custGeom>
                <a:avLst/>
                <a:gdLst>
                  <a:gd name="textAreaLeft" fmla="*/ 360 w 127440"/>
                  <a:gd name="textAreaRight" fmla="*/ 128160 w 127440"/>
                  <a:gd name="textAreaTop" fmla="*/ 0 h 43920"/>
                  <a:gd name="textAreaBottom" fmla="*/ 44280 h 43920"/>
                </a:gdLst>
                <a:ahLst/>
                <a:cxnLst/>
                <a:rect l="textAreaLeft" t="textAreaTop" r="textAreaRight" b="textAreaBottom"/>
                <a:pathLst>
                  <a:path w="1594" h="55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1960" rIns="90000" bIns="219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0" name="Google Shape;169;p4"/>
              <p:cNvSpPr/>
              <p:nvPr/>
            </p:nvSpPr>
            <p:spPr>
              <a:xfrm flipH="1">
                <a:off x="8805600" y="772200"/>
                <a:ext cx="129240" cy="44640"/>
              </a:xfrm>
              <a:custGeom>
                <a:avLst/>
                <a:gdLst>
                  <a:gd name="textAreaLeft" fmla="*/ -360 w 129240"/>
                  <a:gd name="textAreaRight" fmla="*/ 129240 w 129240"/>
                  <a:gd name="textAreaTop" fmla="*/ 0 h 44640"/>
                  <a:gd name="textAreaBottom" fmla="*/ 45000 h 44640"/>
                </a:gdLst>
                <a:ahLst/>
                <a:cxnLst/>
                <a:rect l="textAreaLeft" t="textAreaTop" r="textAreaRight" b="textAreaBottom"/>
                <a:pathLst>
                  <a:path w="1616" h="561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2320" rIns="90000" bIns="22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70;p4"/>
              <p:cNvSpPr/>
              <p:nvPr/>
            </p:nvSpPr>
            <p:spPr>
              <a:xfrm flipH="1">
                <a:off x="8804160" y="770760"/>
                <a:ext cx="130680" cy="45000"/>
              </a:xfrm>
              <a:custGeom>
                <a:avLst/>
                <a:gdLst>
                  <a:gd name="textAreaLeft" fmla="*/ -360 w 130680"/>
                  <a:gd name="textAreaRight" fmla="*/ 130680 w 130680"/>
                  <a:gd name="textAreaTop" fmla="*/ 0 h 45000"/>
                  <a:gd name="textAreaBottom" fmla="*/ 45360 h 45000"/>
                </a:gdLst>
                <a:ahLst/>
                <a:cxnLst/>
                <a:rect l="textAreaLeft" t="textAreaTop" r="textAreaRight" b="textAreaBottom"/>
                <a:pathLst>
                  <a:path w="1635" h="567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2680" rIns="90000" bIns="226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71;p4"/>
              <p:cNvSpPr/>
              <p:nvPr/>
            </p:nvSpPr>
            <p:spPr>
              <a:xfrm flipH="1">
                <a:off x="8803080" y="768960"/>
                <a:ext cx="132120" cy="45720"/>
              </a:xfrm>
              <a:custGeom>
                <a:avLst/>
                <a:gdLst>
                  <a:gd name="textAreaLeft" fmla="*/ -360 w 132120"/>
                  <a:gd name="textAreaRight" fmla="*/ 132120 w 132120"/>
                  <a:gd name="textAreaTop" fmla="*/ 0 h 45720"/>
                  <a:gd name="textAreaBottom" fmla="*/ 46080 h 45720"/>
                </a:gdLst>
                <a:ahLst/>
                <a:cxnLst/>
                <a:rect l="textAreaLeft" t="textAreaTop" r="textAreaRight" b="textAreaBottom"/>
                <a:pathLst>
                  <a:path w="1653" h="574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040" rIns="90000" bIns="23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72;p4"/>
              <p:cNvSpPr/>
              <p:nvPr/>
            </p:nvSpPr>
            <p:spPr>
              <a:xfrm flipH="1">
                <a:off x="8800560" y="765360"/>
                <a:ext cx="135000" cy="48240"/>
              </a:xfrm>
              <a:custGeom>
                <a:avLst/>
                <a:gdLst>
                  <a:gd name="textAreaLeft" fmla="*/ -360 w 135000"/>
                  <a:gd name="textAreaRight" fmla="*/ 135000 w 135000"/>
                  <a:gd name="textAreaTop" fmla="*/ 0 h 48240"/>
                  <a:gd name="textAreaBottom" fmla="*/ 48600 h 48240"/>
                </a:gdLst>
                <a:ahLst/>
                <a:cxnLst/>
                <a:rect l="textAreaLeft" t="textAreaTop" r="textAreaRight" b="textAreaBottom"/>
                <a:pathLst>
                  <a:path w="1685" h="604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120" rIns="90000" bIns="24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73;p4"/>
              <p:cNvSpPr/>
              <p:nvPr/>
            </p:nvSpPr>
            <p:spPr>
              <a:xfrm flipH="1">
                <a:off x="8799480" y="762120"/>
                <a:ext cx="136800" cy="48960"/>
              </a:xfrm>
              <a:custGeom>
                <a:avLst/>
                <a:gdLst>
                  <a:gd name="textAreaLeft" fmla="*/ 360 w 136800"/>
                  <a:gd name="textAreaRight" fmla="*/ 137520 w 13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1711" h="613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480" rIns="90000" bIns="24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74;p4"/>
              <p:cNvSpPr/>
              <p:nvPr/>
            </p:nvSpPr>
            <p:spPr>
              <a:xfrm flipH="1">
                <a:off x="8796960" y="758520"/>
                <a:ext cx="138600" cy="49320"/>
              </a:xfrm>
              <a:custGeom>
                <a:avLst/>
                <a:gdLst>
                  <a:gd name="textAreaLeft" fmla="*/ -360 w 138600"/>
                  <a:gd name="textAreaRight" fmla="*/ 138600 w 138600"/>
                  <a:gd name="textAreaTop" fmla="*/ 0 h 49320"/>
                  <a:gd name="textAreaBottom" fmla="*/ 49680 h 49320"/>
                </a:gdLst>
                <a:ahLst/>
                <a:cxnLst/>
                <a:rect l="textAreaLeft" t="textAreaTop" r="textAreaRight" b="textAreaBottom"/>
                <a:pathLst>
                  <a:path w="1733" h="621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4840" rIns="90000" bIns="24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175;p4"/>
              <p:cNvSpPr/>
              <p:nvPr/>
            </p:nvSpPr>
            <p:spPr>
              <a:xfrm flipH="1">
                <a:off x="8796240" y="755280"/>
                <a:ext cx="140400" cy="50040"/>
              </a:xfrm>
              <a:custGeom>
                <a:avLst/>
                <a:gdLst>
                  <a:gd name="textAreaLeft" fmla="*/ 360 w 140400"/>
                  <a:gd name="textAreaRight" fmla="*/ 141120 w 140400"/>
                  <a:gd name="textAreaTop" fmla="*/ 0 h 50040"/>
                  <a:gd name="textAreaBottom" fmla="*/ 50400 h 50040"/>
                </a:gdLst>
                <a:ahLst/>
                <a:cxnLst/>
                <a:rect l="textAreaLeft" t="textAreaTop" r="textAreaRight" b="textAreaBottom"/>
                <a:pathLst>
                  <a:path w="1753" h="628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200" rIns="90000" bIns="25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176;p4"/>
              <p:cNvSpPr/>
              <p:nvPr/>
            </p:nvSpPr>
            <p:spPr>
              <a:xfrm flipH="1">
                <a:off x="8794080" y="752040"/>
                <a:ext cx="141480" cy="50400"/>
              </a:xfrm>
              <a:custGeom>
                <a:avLst/>
                <a:gdLst>
                  <a:gd name="textAreaLeft" fmla="*/ -360 w 141480"/>
                  <a:gd name="textAreaRight" fmla="*/ 141480 w 141480"/>
                  <a:gd name="textAreaTop" fmla="*/ 0 h 50400"/>
                  <a:gd name="textAreaBottom" fmla="*/ 50760 h 50400"/>
                </a:gdLst>
                <a:ahLst/>
                <a:cxnLst/>
                <a:rect l="textAreaLeft" t="textAreaTop" r="textAreaRight" b="textAreaBottom"/>
                <a:pathLst>
                  <a:path w="1767" h="633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200" rIns="90000" bIns="25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77;p4"/>
              <p:cNvSpPr/>
              <p:nvPr/>
            </p:nvSpPr>
            <p:spPr>
              <a:xfrm flipH="1">
                <a:off x="8792640" y="748800"/>
                <a:ext cx="142200" cy="50760"/>
              </a:xfrm>
              <a:custGeom>
                <a:avLst/>
                <a:gdLst>
                  <a:gd name="textAreaLeft" fmla="*/ -360 w 142200"/>
                  <a:gd name="textAreaRight" fmla="*/ 142200 w 142200"/>
                  <a:gd name="textAreaTop" fmla="*/ 0 h 50760"/>
                  <a:gd name="textAreaBottom" fmla="*/ 51120 h 50760"/>
                </a:gdLst>
                <a:ahLst/>
                <a:cxnLst/>
                <a:rect l="textAreaLeft" t="textAreaTop" r="textAreaRight" b="textAreaBottom"/>
                <a:pathLst>
                  <a:path w="1778" h="636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5560" rIns="90000" bIns="25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78;p4"/>
              <p:cNvSpPr/>
              <p:nvPr/>
            </p:nvSpPr>
            <p:spPr>
              <a:xfrm flipH="1">
                <a:off x="8790840" y="746280"/>
                <a:ext cx="142920" cy="47160"/>
              </a:xfrm>
              <a:custGeom>
                <a:avLst/>
                <a:gdLst>
                  <a:gd name="textAreaLeft" fmla="*/ -360 w 142920"/>
                  <a:gd name="textAreaRight" fmla="*/ 142920 w 142920"/>
                  <a:gd name="textAreaTop" fmla="*/ 0 h 47160"/>
                  <a:gd name="textAreaBottom" fmla="*/ 47520 h 47160"/>
                </a:gdLst>
                <a:ahLst/>
                <a:cxnLst/>
                <a:rect l="textAreaLeft" t="textAreaTop" r="textAreaRight" b="textAreaBottom"/>
                <a:pathLst>
                  <a:path w="1786" h="593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3760" rIns="90000" bIns="237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79;p4"/>
              <p:cNvSpPr/>
              <p:nvPr/>
            </p:nvSpPr>
            <p:spPr>
              <a:xfrm flipH="1">
                <a:off x="8790840" y="759240"/>
                <a:ext cx="80640" cy="30960"/>
              </a:xfrm>
              <a:custGeom>
                <a:avLst/>
                <a:gdLst>
                  <a:gd name="textAreaLeft" fmla="*/ 360 w 80640"/>
                  <a:gd name="textAreaRight" fmla="*/ 81360 w 80640"/>
                  <a:gd name="textAreaTop" fmla="*/ 0 h 30960"/>
                  <a:gd name="textAreaBottom" fmla="*/ 31320 h 30960"/>
                </a:gdLst>
                <a:ahLst/>
                <a:cxnLst/>
                <a:rect l="textAreaLeft" t="textAreaTop" r="textAreaRight" b="textAreaBottom"/>
                <a:pathLst>
                  <a:path w="1010" h="39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80;p4"/>
              <p:cNvSpPr/>
              <p:nvPr/>
            </p:nvSpPr>
            <p:spPr>
              <a:xfrm flipH="1">
                <a:off x="8789760" y="756360"/>
                <a:ext cx="80280" cy="30600"/>
              </a:xfrm>
              <a:custGeom>
                <a:avLst/>
                <a:gdLst>
                  <a:gd name="textAreaLeft" fmla="*/ -360 w 80280"/>
                  <a:gd name="textAreaRight" fmla="*/ 80280 w 8028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1003" h="388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2" name="Google Shape;181;p4"/>
              <p:cNvSpPr/>
              <p:nvPr/>
            </p:nvSpPr>
            <p:spPr>
              <a:xfrm flipH="1">
                <a:off x="8790120" y="749880"/>
                <a:ext cx="78480" cy="3060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983" h="385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82;p4"/>
              <p:cNvSpPr/>
              <p:nvPr/>
            </p:nvSpPr>
            <p:spPr>
              <a:xfrm flipH="1">
                <a:off x="8789400" y="747000"/>
                <a:ext cx="77400" cy="30240"/>
              </a:xfrm>
              <a:custGeom>
                <a:avLst/>
                <a:gdLst>
                  <a:gd name="textAreaLeft" fmla="*/ -360 w 77400"/>
                  <a:gd name="textAreaRight" fmla="*/ 77400 w 77400"/>
                  <a:gd name="textAreaTop" fmla="*/ 0 h 30240"/>
                  <a:gd name="textAreaBottom" fmla="*/ 30600 h 30240"/>
                </a:gdLst>
                <a:ahLst/>
                <a:cxnLst/>
                <a:rect l="textAreaLeft" t="textAreaTop" r="textAreaRight" b="textAreaBottom"/>
                <a:pathLst>
                  <a:path w="971" h="383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83;p4"/>
              <p:cNvSpPr/>
              <p:nvPr/>
            </p:nvSpPr>
            <p:spPr>
              <a:xfrm flipH="1">
                <a:off x="8789400" y="741960"/>
                <a:ext cx="80280" cy="32040"/>
              </a:xfrm>
              <a:custGeom>
                <a:avLst/>
                <a:gdLst>
                  <a:gd name="textAreaLeft" fmla="*/ -360 w 80280"/>
                  <a:gd name="textAreaRight" fmla="*/ 80280 w 80280"/>
                  <a:gd name="textAreaTop" fmla="*/ 0 h 32040"/>
                  <a:gd name="textAreaBottom" fmla="*/ 32400 h 32040"/>
                </a:gdLst>
                <a:ahLst/>
                <a:cxnLst/>
                <a:rect l="textAreaLeft" t="textAreaTop" r="textAreaRight" b="textAreaBottom"/>
                <a:pathLst>
                  <a:path w="1007" h="402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200" rIns="90000" bIns="16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84;p4"/>
              <p:cNvSpPr/>
              <p:nvPr/>
            </p:nvSpPr>
            <p:spPr>
              <a:xfrm flipH="1">
                <a:off x="8789400" y="735120"/>
                <a:ext cx="90360" cy="34920"/>
              </a:xfrm>
              <a:custGeom>
                <a:avLst/>
                <a:gdLst>
                  <a:gd name="textAreaLeft" fmla="*/ -360 w 90360"/>
                  <a:gd name="textAreaRight" fmla="*/ 90360 w 9036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1129" h="441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640" rIns="90000" bIns="17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6" name="Google Shape;185;p4"/>
              <p:cNvSpPr/>
              <p:nvPr/>
            </p:nvSpPr>
            <p:spPr>
              <a:xfrm flipH="1">
                <a:off x="8790840" y="729000"/>
                <a:ext cx="97920" cy="37440"/>
              </a:xfrm>
              <a:custGeom>
                <a:avLst/>
                <a:gdLst>
                  <a:gd name="textAreaLeft" fmla="*/ 360 w 97920"/>
                  <a:gd name="textAreaRight" fmla="*/ 98640 w 97920"/>
                  <a:gd name="textAreaTop" fmla="*/ 0 h 37440"/>
                  <a:gd name="textAreaBottom" fmla="*/ 37800 h 37440"/>
                </a:gdLst>
                <a:ahLst/>
                <a:cxnLst/>
                <a:rect l="textAreaLeft" t="textAreaTop" r="textAreaRight" b="textAreaBottom"/>
                <a:pathLst>
                  <a:path w="1226" h="473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720" rIns="90000" bIns="18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7" name="Google Shape;186;p4"/>
              <p:cNvSpPr/>
              <p:nvPr/>
            </p:nvSpPr>
            <p:spPr>
              <a:xfrm flipH="1">
                <a:off x="8790840" y="723600"/>
                <a:ext cx="103320" cy="39240"/>
              </a:xfrm>
              <a:custGeom>
                <a:avLst/>
                <a:gdLst>
                  <a:gd name="textAreaLeft" fmla="*/ -360 w 103320"/>
                  <a:gd name="textAreaRight" fmla="*/ 103320 w 10332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1294" h="4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800" rIns="90000" bIns="19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8" name="Google Shape;187;p4"/>
              <p:cNvSpPr/>
              <p:nvPr/>
            </p:nvSpPr>
            <p:spPr>
              <a:xfrm flipH="1">
                <a:off x="8792280" y="718560"/>
                <a:ext cx="106920" cy="40320"/>
              </a:xfrm>
              <a:custGeom>
                <a:avLst/>
                <a:gdLst>
                  <a:gd name="textAreaLeft" fmla="*/ -360 w 106920"/>
                  <a:gd name="textAreaRight" fmla="*/ 106920 w 10692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1338" h="50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88;p4"/>
              <p:cNvSpPr/>
              <p:nvPr/>
            </p:nvSpPr>
            <p:spPr>
              <a:xfrm flipH="1">
                <a:off x="8795160" y="713880"/>
                <a:ext cx="108720" cy="41040"/>
              </a:xfrm>
              <a:custGeom>
                <a:avLst/>
                <a:gdLst>
                  <a:gd name="textAreaLeft" fmla="*/ 360 w 108720"/>
                  <a:gd name="textAreaRight" fmla="*/ 109440 w 10872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1360" h="515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89;p4"/>
              <p:cNvSpPr/>
              <p:nvPr/>
            </p:nvSpPr>
            <p:spPr>
              <a:xfrm flipH="1">
                <a:off x="8678520" y="559080"/>
                <a:ext cx="344520" cy="344160"/>
              </a:xfrm>
              <a:custGeom>
                <a:avLst/>
                <a:gdLst>
                  <a:gd name="textAreaLeft" fmla="*/ -360 w 344520"/>
                  <a:gd name="textAreaRight" fmla="*/ 344520 w 344520"/>
                  <a:gd name="textAreaTop" fmla="*/ 0 h 344160"/>
                  <a:gd name="textAreaBottom" fmla="*/ 344520 h 344160"/>
                </a:gdLst>
                <a:ahLst/>
                <a:cxnLst/>
                <a:rect l="textAreaLeft" t="textAreaTop" r="textAreaRight" b="textAreaBottom"/>
                <a:pathLst>
                  <a:path w="4296" h="4295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90;p4"/>
              <p:cNvSpPr/>
              <p:nvPr/>
            </p:nvSpPr>
            <p:spPr>
              <a:xfrm>
                <a:off x="8668080" y="554760"/>
                <a:ext cx="361080" cy="361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2000" b="1" u="none" strike="noStrike">
                    <a:solidFill>
                      <a:schemeClr val="accent2"/>
                    </a:solidFill>
                    <a:effectLst/>
                    <a:uFillTx/>
                    <a:latin typeface="Be Vietnam Pro"/>
                    <a:ea typeface="Be Vietnam Pro"/>
                  </a:rPr>
                  <a:t>$</a:t>
                </a:r>
                <a:endParaRPr lang="en-US" sz="20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2" name="Google Shape;191;p4"/>
            <p:cNvGrpSpPr/>
            <p:nvPr/>
          </p:nvGrpSpPr>
          <p:grpSpPr>
            <a:xfrm>
              <a:off x="164520" y="4648320"/>
              <a:ext cx="349560" cy="349560"/>
              <a:chOff x="164520" y="4648320"/>
              <a:chExt cx="349560" cy="349560"/>
            </a:xfrm>
          </p:grpSpPr>
          <p:sp>
            <p:nvSpPr>
              <p:cNvPr id="183" name="Google Shape;192;p4"/>
              <p:cNvSpPr/>
              <p:nvPr/>
            </p:nvSpPr>
            <p:spPr>
              <a:xfrm flipH="1">
                <a:off x="164160" y="4648320"/>
                <a:ext cx="349560" cy="349560"/>
              </a:xfrm>
              <a:custGeom>
                <a:avLst/>
                <a:gdLst>
                  <a:gd name="textAreaLeft" fmla="*/ -360 w 349560"/>
                  <a:gd name="textAreaRight" fmla="*/ 349560 w 349560"/>
                  <a:gd name="textAreaTop" fmla="*/ 0 h 349560"/>
                  <a:gd name="textAreaBottom" fmla="*/ 349920 h 349560"/>
                </a:gdLst>
                <a:ahLst/>
                <a:cxnLst/>
                <a:rect l="textAreaLeft" t="textAreaTop" r="textAreaRight" b="textAreaBottom"/>
                <a:pathLst>
                  <a:path w="5393" h="5392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4" name="Google Shape;193;p4"/>
              <p:cNvSpPr/>
              <p:nvPr/>
            </p:nvSpPr>
            <p:spPr>
              <a:xfrm flipH="1">
                <a:off x="182880" y="4666320"/>
                <a:ext cx="313200" cy="313200"/>
              </a:xfrm>
              <a:custGeom>
                <a:avLst/>
                <a:gdLst>
                  <a:gd name="textAreaLeft" fmla="*/ 360 w 313200"/>
                  <a:gd name="textAreaRight" fmla="*/ 313920 w 313200"/>
                  <a:gd name="textAreaTop" fmla="*/ 0 h 313200"/>
                  <a:gd name="textAreaBottom" fmla="*/ 313560 h 313200"/>
                </a:gdLst>
                <a:ahLst/>
                <a:cxnLst/>
                <a:rect l="textAreaLeft" t="textAreaTop" r="textAreaRight" b="textAreaBottom"/>
                <a:pathLst>
                  <a:path w="4836" h="4834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194;p4"/>
              <p:cNvSpPr/>
              <p:nvPr/>
            </p:nvSpPr>
            <p:spPr>
              <a:xfrm flipH="1">
                <a:off x="357120" y="4897080"/>
                <a:ext cx="14040" cy="7200"/>
              </a:xfrm>
              <a:custGeom>
                <a:avLst/>
                <a:gdLst>
                  <a:gd name="textAreaLeft" fmla="*/ -360 w 14040"/>
                  <a:gd name="textAreaRight" fmla="*/ 14040 w 14040"/>
                  <a:gd name="textAreaTop" fmla="*/ 0 h 7200"/>
                  <a:gd name="textAreaBottom" fmla="*/ 7560 h 7200"/>
                </a:gdLst>
                <a:ahLst/>
                <a:cxnLst/>
                <a:rect l="textAreaLeft" t="textAreaTop" r="textAreaRight" b="textAreaBottom"/>
                <a:pathLst>
                  <a:path w="223" h="116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95;p4"/>
              <p:cNvSpPr/>
              <p:nvPr/>
            </p:nvSpPr>
            <p:spPr>
              <a:xfrm flipH="1">
                <a:off x="348120" y="4892760"/>
                <a:ext cx="28080" cy="9000"/>
              </a:xfrm>
              <a:custGeom>
                <a:avLst/>
                <a:gdLst>
                  <a:gd name="textAreaLeft" fmla="*/ 360 w 28080"/>
                  <a:gd name="textAreaRight" fmla="*/ 28800 w 2808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439" h="146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680" rIns="90000" bIns="46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96;p4"/>
              <p:cNvSpPr/>
              <p:nvPr/>
            </p:nvSpPr>
            <p:spPr>
              <a:xfrm flipH="1">
                <a:off x="341280" y="4889880"/>
                <a:ext cx="39960" cy="12600"/>
              </a:xfrm>
              <a:custGeom>
                <a:avLst/>
                <a:gdLst>
                  <a:gd name="textAreaLeft" fmla="*/ -360 w 39960"/>
                  <a:gd name="textAreaRight" fmla="*/ 39960 w 39960"/>
                  <a:gd name="textAreaTop" fmla="*/ 0 h 12600"/>
                  <a:gd name="textAreaBottom" fmla="*/ 12960 h 12600"/>
                </a:gdLst>
                <a:ahLst/>
                <a:cxnLst/>
                <a:rect l="textAreaLeft" t="textAreaTop" r="textAreaRight" b="textAreaBottom"/>
                <a:pathLst>
                  <a:path w="620" h="20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6480" rIns="90000" bIns="6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97;p4"/>
              <p:cNvSpPr/>
              <p:nvPr/>
            </p:nvSpPr>
            <p:spPr>
              <a:xfrm flipH="1">
                <a:off x="336600" y="4887000"/>
                <a:ext cx="48600" cy="15480"/>
              </a:xfrm>
              <a:custGeom>
                <a:avLst/>
                <a:gdLst>
                  <a:gd name="textAreaLeft" fmla="*/ -360 w 48600"/>
                  <a:gd name="textAreaRight" fmla="*/ 48600 w 486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56" h="244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7920" rIns="90000" bIns="7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9" name="Google Shape;198;p4"/>
              <p:cNvSpPr/>
              <p:nvPr/>
            </p:nvSpPr>
            <p:spPr>
              <a:xfrm flipH="1">
                <a:off x="332640" y="4884840"/>
                <a:ext cx="55800" cy="17640"/>
              </a:xfrm>
              <a:custGeom>
                <a:avLst/>
                <a:gdLst>
                  <a:gd name="textAreaLeft" fmla="*/ -360 w 55800"/>
                  <a:gd name="textAreaRight" fmla="*/ 55800 w 55800"/>
                  <a:gd name="textAreaTop" fmla="*/ 0 h 17640"/>
                  <a:gd name="textAreaBottom" fmla="*/ 18000 h 17640"/>
                </a:gdLst>
                <a:ahLst/>
                <a:cxnLst/>
                <a:rect l="textAreaLeft" t="textAreaTop" r="textAreaRight" b="textAreaBottom"/>
                <a:pathLst>
                  <a:path w="863" h="280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9000" rIns="90000" bIns="9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0" name="Google Shape;199;p4"/>
              <p:cNvSpPr/>
              <p:nvPr/>
            </p:nvSpPr>
            <p:spPr>
              <a:xfrm flipH="1">
                <a:off x="330480" y="4882680"/>
                <a:ext cx="61200" cy="20160"/>
              </a:xfrm>
              <a:custGeom>
                <a:avLst/>
                <a:gdLst>
                  <a:gd name="textAreaLeft" fmla="*/ 360 w 61200"/>
                  <a:gd name="textAreaRight" fmla="*/ 61920 w 61200"/>
                  <a:gd name="textAreaTop" fmla="*/ 0 h 20160"/>
                  <a:gd name="textAreaBottom" fmla="*/ 20520 h 20160"/>
                </a:gdLst>
                <a:ahLst/>
                <a:cxnLst/>
                <a:rect l="textAreaLeft" t="textAreaTop" r="textAreaRight" b="textAreaBottom"/>
                <a:pathLst>
                  <a:path w="951" h="314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0080" rIns="90000" bIns="10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200;p4"/>
              <p:cNvSpPr/>
              <p:nvPr/>
            </p:nvSpPr>
            <p:spPr>
              <a:xfrm flipH="1">
                <a:off x="326880" y="4880520"/>
                <a:ext cx="66600" cy="21960"/>
              </a:xfrm>
              <a:custGeom>
                <a:avLst/>
                <a:gdLst>
                  <a:gd name="textAreaLeft" fmla="*/ -360 w 66600"/>
                  <a:gd name="textAreaRight" fmla="*/ 66600 w 66600"/>
                  <a:gd name="textAreaTop" fmla="*/ 0 h 21960"/>
                  <a:gd name="textAreaBottom" fmla="*/ 22320 h 21960"/>
                </a:gdLst>
                <a:ahLst/>
                <a:cxnLst/>
                <a:rect l="textAreaLeft" t="textAreaTop" r="textAreaRight" b="textAreaBottom"/>
                <a:pathLst>
                  <a:path w="1030" h="344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1160" rIns="90000" bIns="11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201;p4"/>
              <p:cNvSpPr/>
              <p:nvPr/>
            </p:nvSpPr>
            <p:spPr>
              <a:xfrm flipH="1">
                <a:off x="324360" y="4878720"/>
                <a:ext cx="70920" cy="23760"/>
              </a:xfrm>
              <a:custGeom>
                <a:avLst/>
                <a:gdLst>
                  <a:gd name="textAreaLeft" fmla="*/ -360 w 70920"/>
                  <a:gd name="textAreaRight" fmla="*/ 70920 w 70920"/>
                  <a:gd name="textAreaTop" fmla="*/ 0 h 23760"/>
                  <a:gd name="textAreaBottom" fmla="*/ 24120 h 23760"/>
                </a:gdLst>
                <a:ahLst/>
                <a:cxnLst/>
                <a:rect l="textAreaLeft" t="textAreaTop" r="textAreaRight" b="textAreaBottom"/>
                <a:pathLst>
                  <a:path w="1097" h="371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1880" rIns="90000" bIns="118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202;p4"/>
              <p:cNvSpPr/>
              <p:nvPr/>
            </p:nvSpPr>
            <p:spPr>
              <a:xfrm flipH="1">
                <a:off x="322560" y="4876920"/>
                <a:ext cx="74880" cy="25200"/>
              </a:xfrm>
              <a:custGeom>
                <a:avLst/>
                <a:gdLst>
                  <a:gd name="textAreaLeft" fmla="*/ 360 w 74880"/>
                  <a:gd name="textAreaRight" fmla="*/ 75600 w 74880"/>
                  <a:gd name="textAreaTop" fmla="*/ 0 h 25200"/>
                  <a:gd name="textAreaBottom" fmla="*/ 25560 h 25200"/>
                </a:gdLst>
                <a:ahLst/>
                <a:cxnLst/>
                <a:rect l="textAreaLeft" t="textAreaTop" r="textAreaRight" b="textAreaBottom"/>
                <a:pathLst>
                  <a:path w="1160" h="394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203;p4"/>
              <p:cNvSpPr/>
              <p:nvPr/>
            </p:nvSpPr>
            <p:spPr>
              <a:xfrm flipH="1">
                <a:off x="320400" y="4875120"/>
                <a:ext cx="78480" cy="26640"/>
              </a:xfrm>
              <a:custGeom>
                <a:avLst/>
                <a:gdLst>
                  <a:gd name="textAreaLeft" fmla="*/ 360 w 78480"/>
                  <a:gd name="textAreaRight" fmla="*/ 79200 w 7848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1215" h="4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3320" rIns="90000" bIns="133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204;p4"/>
              <p:cNvSpPr/>
              <p:nvPr/>
            </p:nvSpPr>
            <p:spPr>
              <a:xfrm flipH="1">
                <a:off x="317880" y="4873320"/>
                <a:ext cx="81720" cy="27720"/>
              </a:xfrm>
              <a:custGeom>
                <a:avLst/>
                <a:gdLst>
                  <a:gd name="textAreaLeft" fmla="*/ -360 w 81720"/>
                  <a:gd name="textAreaRight" fmla="*/ 81720 w 81720"/>
                  <a:gd name="textAreaTop" fmla="*/ 0 h 27720"/>
                  <a:gd name="textAreaBottom" fmla="*/ 28080 h 27720"/>
                </a:gdLst>
                <a:ahLst/>
                <a:cxnLst/>
                <a:rect l="textAreaLeft" t="textAreaTop" r="textAreaRight" b="textAreaBottom"/>
                <a:pathLst>
                  <a:path w="1266" h="435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040" rIns="90000" bIns="14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205;p4"/>
              <p:cNvSpPr/>
              <p:nvPr/>
            </p:nvSpPr>
            <p:spPr>
              <a:xfrm flipH="1">
                <a:off x="316080" y="4871520"/>
                <a:ext cx="84600" cy="28800"/>
              </a:xfrm>
              <a:custGeom>
                <a:avLst/>
                <a:gdLst>
                  <a:gd name="textAreaLeft" fmla="*/ -360 w 84600"/>
                  <a:gd name="textAreaRight" fmla="*/ 84600 w 84600"/>
                  <a:gd name="textAreaTop" fmla="*/ 0 h 28800"/>
                  <a:gd name="textAreaBottom" fmla="*/ 29160 h 28800"/>
                </a:gdLst>
                <a:ahLst/>
                <a:cxnLst/>
                <a:rect l="textAreaLeft" t="textAreaTop" r="textAreaRight" b="textAreaBottom"/>
                <a:pathLst>
                  <a:path w="1311" h="45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400" rIns="90000" bIns="144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206;p4"/>
              <p:cNvSpPr/>
              <p:nvPr/>
            </p:nvSpPr>
            <p:spPr>
              <a:xfrm flipH="1">
                <a:off x="314280" y="4869720"/>
                <a:ext cx="87480" cy="29880"/>
              </a:xfrm>
              <a:custGeom>
                <a:avLst/>
                <a:gdLst>
                  <a:gd name="textAreaLeft" fmla="*/ -360 w 87480"/>
                  <a:gd name="textAreaRight" fmla="*/ 87480 w 87480"/>
                  <a:gd name="textAreaTop" fmla="*/ 0 h 29880"/>
                  <a:gd name="textAreaBottom" fmla="*/ 30240 h 29880"/>
                </a:gdLst>
                <a:ahLst/>
                <a:cxnLst/>
                <a:rect l="textAreaLeft" t="textAreaTop" r="textAreaRight" b="textAreaBottom"/>
                <a:pathLst>
                  <a:path w="1355" h="467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207;p4"/>
              <p:cNvSpPr/>
              <p:nvPr/>
            </p:nvSpPr>
            <p:spPr>
              <a:xfrm flipH="1">
                <a:off x="313200" y="4868280"/>
                <a:ext cx="90000" cy="30960"/>
              </a:xfrm>
              <a:custGeom>
                <a:avLst/>
                <a:gdLst>
                  <a:gd name="textAreaLeft" fmla="*/ 360 w 90000"/>
                  <a:gd name="textAreaRight" fmla="*/ 90720 w 90000"/>
                  <a:gd name="textAreaTop" fmla="*/ 0 h 30960"/>
                  <a:gd name="textAreaBottom" fmla="*/ 31320 h 30960"/>
                </a:gdLst>
                <a:ahLst/>
                <a:cxnLst/>
                <a:rect l="textAreaLeft" t="textAreaTop" r="textAreaRight" b="textAreaBottom"/>
                <a:pathLst>
                  <a:path w="1393" h="481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480" rIns="90000" bIns="154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208;p4"/>
              <p:cNvSpPr/>
              <p:nvPr/>
            </p:nvSpPr>
            <p:spPr>
              <a:xfrm flipH="1">
                <a:off x="311040" y="4866480"/>
                <a:ext cx="92520" cy="31680"/>
              </a:xfrm>
              <a:custGeom>
                <a:avLst/>
                <a:gdLst>
                  <a:gd name="textAreaLeft" fmla="*/ -360 w 92520"/>
                  <a:gd name="textAreaRight" fmla="*/ 92520 w 9252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1429" h="494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209;p4"/>
              <p:cNvSpPr/>
              <p:nvPr/>
            </p:nvSpPr>
            <p:spPr>
              <a:xfrm flipH="1">
                <a:off x="309600" y="4865040"/>
                <a:ext cx="94680" cy="32400"/>
              </a:xfrm>
              <a:custGeom>
                <a:avLst/>
                <a:gdLst>
                  <a:gd name="textAreaLeft" fmla="*/ -360 w 94680"/>
                  <a:gd name="textAreaRight" fmla="*/ 94680 w 94680"/>
                  <a:gd name="textAreaTop" fmla="*/ 0 h 32400"/>
                  <a:gd name="textAreaBottom" fmla="*/ 32760 h 32400"/>
                </a:gdLst>
                <a:ahLst/>
                <a:cxnLst/>
                <a:rect l="textAreaLeft" t="textAreaTop" r="textAreaRight" b="textAreaBottom"/>
                <a:pathLst>
                  <a:path w="1463" h="506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200" rIns="90000" bIns="162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210;p4"/>
              <p:cNvSpPr/>
              <p:nvPr/>
            </p:nvSpPr>
            <p:spPr>
              <a:xfrm flipH="1">
                <a:off x="308880" y="4863600"/>
                <a:ext cx="96480" cy="33120"/>
              </a:xfrm>
              <a:custGeom>
                <a:avLst/>
                <a:gdLst>
                  <a:gd name="textAreaLeft" fmla="*/ 360 w 96480"/>
                  <a:gd name="textAreaRight" fmla="*/ 97200 w 9648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494" h="517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211;p4"/>
              <p:cNvSpPr/>
              <p:nvPr/>
            </p:nvSpPr>
            <p:spPr>
              <a:xfrm flipH="1">
                <a:off x="307080" y="4862160"/>
                <a:ext cx="98280" cy="33840"/>
              </a:xfrm>
              <a:custGeom>
                <a:avLst/>
                <a:gdLst>
                  <a:gd name="textAreaLeft" fmla="*/ -360 w 98280"/>
                  <a:gd name="textAreaRight" fmla="*/ 98280 w 98280"/>
                  <a:gd name="textAreaTop" fmla="*/ 0 h 33840"/>
                  <a:gd name="textAreaBottom" fmla="*/ 34200 h 33840"/>
                </a:gdLst>
                <a:ahLst/>
                <a:cxnLst/>
                <a:rect l="textAreaLeft" t="textAreaTop" r="textAreaRight" b="textAreaBottom"/>
                <a:pathLst>
                  <a:path w="1522" h="527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920" rIns="90000" bIns="169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212;p4"/>
              <p:cNvSpPr/>
              <p:nvPr/>
            </p:nvSpPr>
            <p:spPr>
              <a:xfrm flipH="1">
                <a:off x="306360" y="4860720"/>
                <a:ext cx="100080" cy="34560"/>
              </a:xfrm>
              <a:custGeom>
                <a:avLst/>
                <a:gdLst>
                  <a:gd name="textAreaLeft" fmla="*/ 360 w 100080"/>
                  <a:gd name="textAreaRight" fmla="*/ 100800 w 100080"/>
                  <a:gd name="textAreaTop" fmla="*/ 0 h 34560"/>
                  <a:gd name="textAreaBottom" fmla="*/ 34920 h 34560"/>
                </a:gdLst>
                <a:ahLst/>
                <a:cxnLst/>
                <a:rect l="textAreaLeft" t="textAreaTop" r="textAreaRight" b="textAreaBottom"/>
                <a:pathLst>
                  <a:path w="1548" h="536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280" rIns="90000" bIns="172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213;p4"/>
              <p:cNvSpPr/>
              <p:nvPr/>
            </p:nvSpPr>
            <p:spPr>
              <a:xfrm flipH="1">
                <a:off x="305280" y="4859280"/>
                <a:ext cx="101520" cy="34920"/>
              </a:xfrm>
              <a:custGeom>
                <a:avLst/>
                <a:gdLst>
                  <a:gd name="textAreaLeft" fmla="*/ 360 w 101520"/>
                  <a:gd name="textAreaRight" fmla="*/ 102240 w 101520"/>
                  <a:gd name="textAreaTop" fmla="*/ 0 h 34920"/>
                  <a:gd name="textAreaBottom" fmla="*/ 35280 h 34920"/>
                </a:gdLst>
                <a:ahLst/>
                <a:cxnLst/>
                <a:rect l="textAreaLeft" t="textAreaTop" r="textAreaRight" b="textAreaBottom"/>
                <a:pathLst>
                  <a:path w="1573" h="544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7640" rIns="90000" bIns="176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214;p4"/>
              <p:cNvSpPr/>
              <p:nvPr/>
            </p:nvSpPr>
            <p:spPr>
              <a:xfrm flipH="1">
                <a:off x="304200" y="4857840"/>
                <a:ext cx="102960" cy="35640"/>
              </a:xfrm>
              <a:custGeom>
                <a:avLst/>
                <a:gdLst>
                  <a:gd name="textAreaLeft" fmla="*/ 360 w 102960"/>
                  <a:gd name="textAreaRight" fmla="*/ 103680 w 102960"/>
                  <a:gd name="textAreaTop" fmla="*/ 0 h 35640"/>
                  <a:gd name="textAreaBottom" fmla="*/ 36000 h 35640"/>
                </a:gdLst>
                <a:ahLst/>
                <a:cxnLst/>
                <a:rect l="textAreaLeft" t="textAreaTop" r="textAreaRight" b="textAreaBottom"/>
                <a:pathLst>
                  <a:path w="1594" h="55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000" rIns="90000" bIns="18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215;p4"/>
              <p:cNvSpPr/>
              <p:nvPr/>
            </p:nvSpPr>
            <p:spPr>
              <a:xfrm flipH="1">
                <a:off x="303120" y="4856400"/>
                <a:ext cx="104400" cy="36000"/>
              </a:xfrm>
              <a:custGeom>
                <a:avLst/>
                <a:gdLst>
                  <a:gd name="textAreaLeft" fmla="*/ 360 w 104400"/>
                  <a:gd name="textAreaRight" fmla="*/ 105120 w 104400"/>
                  <a:gd name="textAreaTop" fmla="*/ 0 h 36000"/>
                  <a:gd name="textAreaBottom" fmla="*/ 36360 h 36000"/>
                </a:gdLst>
                <a:ahLst/>
                <a:cxnLst/>
                <a:rect l="textAreaLeft" t="textAreaTop" r="textAreaRight" b="textAreaBottom"/>
                <a:pathLst>
                  <a:path w="1616" h="561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000" rIns="90000" bIns="18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216;p4"/>
              <p:cNvSpPr/>
              <p:nvPr/>
            </p:nvSpPr>
            <p:spPr>
              <a:xfrm flipH="1">
                <a:off x="302040" y="4854960"/>
                <a:ext cx="105840" cy="36360"/>
              </a:xfrm>
              <a:custGeom>
                <a:avLst/>
                <a:gdLst>
                  <a:gd name="textAreaLeft" fmla="*/ 360 w 105840"/>
                  <a:gd name="textAreaRight" fmla="*/ 106560 w 105840"/>
                  <a:gd name="textAreaTop" fmla="*/ 0 h 36360"/>
                  <a:gd name="textAreaBottom" fmla="*/ 36720 h 36360"/>
                </a:gdLst>
                <a:ahLst/>
                <a:cxnLst/>
                <a:rect l="textAreaLeft" t="textAreaTop" r="textAreaRight" b="textAreaBottom"/>
                <a:pathLst>
                  <a:path w="1635" h="567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217;p4"/>
              <p:cNvSpPr/>
              <p:nvPr/>
            </p:nvSpPr>
            <p:spPr>
              <a:xfrm flipH="1">
                <a:off x="300600" y="4853520"/>
                <a:ext cx="106920" cy="36720"/>
              </a:xfrm>
              <a:custGeom>
                <a:avLst/>
                <a:gdLst>
                  <a:gd name="textAreaLeft" fmla="*/ -360 w 106920"/>
                  <a:gd name="textAreaRight" fmla="*/ 106920 w 106920"/>
                  <a:gd name="textAreaTop" fmla="*/ 0 h 36720"/>
                  <a:gd name="textAreaBottom" fmla="*/ 37080 h 36720"/>
                </a:gdLst>
                <a:ahLst/>
                <a:cxnLst/>
                <a:rect l="textAreaLeft" t="textAreaTop" r="textAreaRight" b="textAreaBottom"/>
                <a:pathLst>
                  <a:path w="1653" h="574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218;p4"/>
              <p:cNvSpPr/>
              <p:nvPr/>
            </p:nvSpPr>
            <p:spPr>
              <a:xfrm flipH="1">
                <a:off x="298440" y="4850640"/>
                <a:ext cx="109080" cy="38880"/>
              </a:xfrm>
              <a:custGeom>
                <a:avLst/>
                <a:gdLst>
                  <a:gd name="textAreaLeft" fmla="*/ -360 w 109080"/>
                  <a:gd name="textAreaRight" fmla="*/ 109080 w 109080"/>
                  <a:gd name="textAreaTop" fmla="*/ 0 h 38880"/>
                  <a:gd name="textAreaBottom" fmla="*/ 39240 h 38880"/>
                </a:gdLst>
                <a:ahLst/>
                <a:cxnLst/>
                <a:rect l="textAreaLeft" t="textAreaTop" r="textAreaRight" b="textAreaBottom"/>
                <a:pathLst>
                  <a:path w="1685" h="604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440" rIns="90000" bIns="19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0" name="Google Shape;219;p4"/>
              <p:cNvSpPr/>
              <p:nvPr/>
            </p:nvSpPr>
            <p:spPr>
              <a:xfrm flipH="1">
                <a:off x="297000" y="4847760"/>
                <a:ext cx="110520" cy="39240"/>
              </a:xfrm>
              <a:custGeom>
                <a:avLst/>
                <a:gdLst>
                  <a:gd name="textAreaLeft" fmla="*/ -360 w 110520"/>
                  <a:gd name="textAreaRight" fmla="*/ 110520 w 11052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1711" h="613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800" rIns="90000" bIns="19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1" name="Google Shape;220;p4"/>
              <p:cNvSpPr/>
              <p:nvPr/>
            </p:nvSpPr>
            <p:spPr>
              <a:xfrm flipH="1">
                <a:off x="295560" y="4845240"/>
                <a:ext cx="111960" cy="39960"/>
              </a:xfrm>
              <a:custGeom>
                <a:avLst/>
                <a:gdLst>
                  <a:gd name="textAreaLeft" fmla="*/ -360 w 111960"/>
                  <a:gd name="textAreaRight" fmla="*/ 111960 w 111960"/>
                  <a:gd name="textAreaTop" fmla="*/ 0 h 39960"/>
                  <a:gd name="textAreaBottom" fmla="*/ 40320 h 39960"/>
                </a:gdLst>
                <a:ahLst/>
                <a:cxnLst/>
                <a:rect l="textAreaLeft" t="textAreaTop" r="textAreaRight" b="textAreaBottom"/>
                <a:pathLst>
                  <a:path w="1733" h="621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221;p4"/>
              <p:cNvSpPr/>
              <p:nvPr/>
            </p:nvSpPr>
            <p:spPr>
              <a:xfrm flipH="1">
                <a:off x="294120" y="4842360"/>
                <a:ext cx="113400" cy="40320"/>
              </a:xfrm>
              <a:custGeom>
                <a:avLst/>
                <a:gdLst>
                  <a:gd name="textAreaLeft" fmla="*/ -360 w 113400"/>
                  <a:gd name="textAreaRight" fmla="*/ 113400 w 113400"/>
                  <a:gd name="textAreaTop" fmla="*/ 0 h 40320"/>
                  <a:gd name="textAreaBottom" fmla="*/ 40680 h 40320"/>
                </a:gdLst>
                <a:ahLst/>
                <a:cxnLst/>
                <a:rect l="textAreaLeft" t="textAreaTop" r="textAreaRight" b="textAreaBottom"/>
                <a:pathLst>
                  <a:path w="1753" h="628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160" rIns="90000" bIns="201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3" name="Google Shape;222;p4"/>
              <p:cNvSpPr/>
              <p:nvPr/>
            </p:nvSpPr>
            <p:spPr>
              <a:xfrm flipH="1">
                <a:off x="293040" y="4839840"/>
                <a:ext cx="114120" cy="40680"/>
              </a:xfrm>
              <a:custGeom>
                <a:avLst/>
                <a:gdLst>
                  <a:gd name="textAreaLeft" fmla="*/ -360 w 114120"/>
                  <a:gd name="textAreaRight" fmla="*/ 114120 w 114120"/>
                  <a:gd name="textAreaTop" fmla="*/ 0 h 40680"/>
                  <a:gd name="textAreaBottom" fmla="*/ 41040 h 40680"/>
                </a:gdLst>
                <a:ahLst/>
                <a:cxnLst/>
                <a:rect l="textAreaLeft" t="textAreaTop" r="textAreaRight" b="textAreaBottom"/>
                <a:pathLst>
                  <a:path w="1767" h="633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4" name="Google Shape;223;p4"/>
              <p:cNvSpPr/>
              <p:nvPr/>
            </p:nvSpPr>
            <p:spPr>
              <a:xfrm flipH="1">
                <a:off x="291960" y="4836960"/>
                <a:ext cx="114840" cy="41040"/>
              </a:xfrm>
              <a:custGeom>
                <a:avLst/>
                <a:gdLst>
                  <a:gd name="textAreaLeft" fmla="*/ -360 w 114840"/>
                  <a:gd name="textAreaRight" fmla="*/ 114840 w 114840"/>
                  <a:gd name="textAreaTop" fmla="*/ 0 h 41040"/>
                  <a:gd name="textAreaBottom" fmla="*/ 41400 h 41040"/>
                </a:gdLst>
                <a:ahLst/>
                <a:cxnLst/>
                <a:rect l="textAreaLeft" t="textAreaTop" r="textAreaRight" b="textAreaBottom"/>
                <a:pathLst>
                  <a:path w="1778" h="636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20520" rIns="90000" bIns="205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5" name="Google Shape;224;p4"/>
              <p:cNvSpPr/>
              <p:nvPr/>
            </p:nvSpPr>
            <p:spPr>
              <a:xfrm flipH="1">
                <a:off x="290520" y="4835160"/>
                <a:ext cx="115560" cy="38160"/>
              </a:xfrm>
              <a:custGeom>
                <a:avLst/>
                <a:gdLst>
                  <a:gd name="textAreaLeft" fmla="*/ -360 w 115560"/>
                  <a:gd name="textAreaRight" fmla="*/ 115560 w 11556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1786" h="593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9080" rIns="90000" bIns="1908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6" name="Google Shape;225;p4"/>
              <p:cNvSpPr/>
              <p:nvPr/>
            </p:nvSpPr>
            <p:spPr>
              <a:xfrm flipH="1">
                <a:off x="290160" y="4845600"/>
                <a:ext cx="65160" cy="24840"/>
              </a:xfrm>
              <a:custGeom>
                <a:avLst/>
                <a:gdLst>
                  <a:gd name="textAreaLeft" fmla="*/ -360 w 65160"/>
                  <a:gd name="textAreaRight" fmla="*/ 65160 w 65160"/>
                  <a:gd name="textAreaTop" fmla="*/ 0 h 24840"/>
                  <a:gd name="textAreaBottom" fmla="*/ 25200 h 24840"/>
                </a:gdLst>
                <a:ahLst/>
                <a:cxnLst/>
                <a:rect l="textAreaLeft" t="textAreaTop" r="textAreaRight" b="textAreaBottom"/>
                <a:pathLst>
                  <a:path w="1010" h="39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7" name="Google Shape;226;p4"/>
              <p:cNvSpPr/>
              <p:nvPr/>
            </p:nvSpPr>
            <p:spPr>
              <a:xfrm flipH="1">
                <a:off x="290160" y="4843080"/>
                <a:ext cx="64800" cy="24840"/>
              </a:xfrm>
              <a:custGeom>
                <a:avLst/>
                <a:gdLst>
                  <a:gd name="textAreaLeft" fmla="*/ 360 w 64800"/>
                  <a:gd name="textAreaRight" fmla="*/ 65520 w 64800"/>
                  <a:gd name="textAreaTop" fmla="*/ 0 h 24840"/>
                  <a:gd name="textAreaBottom" fmla="*/ 25200 h 24840"/>
                </a:gdLst>
                <a:ahLst/>
                <a:cxnLst/>
                <a:rect l="textAreaLeft" t="textAreaTop" r="textAreaRight" b="textAreaBottom"/>
                <a:pathLst>
                  <a:path w="1003" h="388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600" rIns="90000" bIns="12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227;p4"/>
              <p:cNvSpPr/>
              <p:nvPr/>
            </p:nvSpPr>
            <p:spPr>
              <a:xfrm flipH="1">
                <a:off x="290160" y="4838040"/>
                <a:ext cx="63360" cy="24480"/>
              </a:xfrm>
              <a:custGeom>
                <a:avLst/>
                <a:gdLst>
                  <a:gd name="textAreaLeft" fmla="*/ 360 w 63360"/>
                  <a:gd name="textAreaRight" fmla="*/ 64080 w 6336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w="983" h="385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240" rIns="90000" bIns="12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228;p4"/>
              <p:cNvSpPr/>
              <p:nvPr/>
            </p:nvSpPr>
            <p:spPr>
              <a:xfrm flipH="1">
                <a:off x="290160" y="4835520"/>
                <a:ext cx="62640" cy="24480"/>
              </a:xfrm>
              <a:custGeom>
                <a:avLst/>
                <a:gdLst>
                  <a:gd name="textAreaLeft" fmla="*/ 360 w 62640"/>
                  <a:gd name="textAreaRight" fmla="*/ 63360 w 62640"/>
                  <a:gd name="textAreaTop" fmla="*/ 0 h 24480"/>
                  <a:gd name="textAreaBottom" fmla="*/ 24840 h 24480"/>
                </a:gdLst>
                <a:ahLst/>
                <a:cxnLst/>
                <a:rect l="textAreaLeft" t="textAreaTop" r="textAreaRight" b="textAreaBottom"/>
                <a:pathLst>
                  <a:path w="971" h="383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240" rIns="90000" bIns="12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0" name="Google Shape;229;p4"/>
              <p:cNvSpPr/>
              <p:nvPr/>
            </p:nvSpPr>
            <p:spPr>
              <a:xfrm flipH="1">
                <a:off x="290160" y="4831560"/>
                <a:ext cx="64800" cy="25560"/>
              </a:xfrm>
              <a:custGeom>
                <a:avLst/>
                <a:gdLst>
                  <a:gd name="textAreaLeft" fmla="*/ 360 w 64800"/>
                  <a:gd name="textAreaRight" fmla="*/ 65520 w 64800"/>
                  <a:gd name="textAreaTop" fmla="*/ 0 h 25560"/>
                  <a:gd name="textAreaBottom" fmla="*/ 25920 h 25560"/>
                </a:gdLst>
                <a:ahLst/>
                <a:cxnLst/>
                <a:rect l="textAreaLeft" t="textAreaTop" r="textAreaRight" b="textAreaBottom"/>
                <a:pathLst>
                  <a:path w="1007" h="402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2960" rIns="90000" bIns="129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1" name="Google Shape;230;p4"/>
              <p:cNvSpPr/>
              <p:nvPr/>
            </p:nvSpPr>
            <p:spPr>
              <a:xfrm flipH="1">
                <a:off x="290160" y="4826160"/>
                <a:ext cx="72720" cy="28080"/>
              </a:xfrm>
              <a:custGeom>
                <a:avLst/>
                <a:gdLst>
                  <a:gd name="textAreaLeft" fmla="*/ 360 w 72720"/>
                  <a:gd name="textAreaRight" fmla="*/ 73440 w 72720"/>
                  <a:gd name="textAreaTop" fmla="*/ 0 h 28080"/>
                  <a:gd name="textAreaBottom" fmla="*/ 28440 h 28080"/>
                </a:gdLst>
                <a:ahLst/>
                <a:cxnLst/>
                <a:rect l="textAreaLeft" t="textAreaTop" r="textAreaRight" b="textAreaBottom"/>
                <a:pathLst>
                  <a:path w="1129" h="441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040" rIns="90000" bIns="14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2" name="Google Shape;231;p4"/>
              <p:cNvSpPr/>
              <p:nvPr/>
            </p:nvSpPr>
            <p:spPr>
              <a:xfrm flipH="1">
                <a:off x="290880" y="4821120"/>
                <a:ext cx="79200" cy="30240"/>
              </a:xfrm>
              <a:custGeom>
                <a:avLst/>
                <a:gdLst>
                  <a:gd name="textAreaLeft" fmla="*/ 360 w 79200"/>
                  <a:gd name="textAreaRight" fmla="*/ 79920 w 79200"/>
                  <a:gd name="textAreaTop" fmla="*/ 0 h 30240"/>
                  <a:gd name="textAreaBottom" fmla="*/ 30600 h 30240"/>
                </a:gdLst>
                <a:ahLst/>
                <a:cxnLst/>
                <a:rect l="textAreaLeft" t="textAreaTop" r="textAreaRight" b="textAreaBottom"/>
                <a:pathLst>
                  <a:path w="1226" h="473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120" rIns="90000" bIns="151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3" name="Google Shape;232;p4"/>
              <p:cNvSpPr/>
              <p:nvPr/>
            </p:nvSpPr>
            <p:spPr>
              <a:xfrm flipH="1">
                <a:off x="291240" y="4816800"/>
                <a:ext cx="83520" cy="31680"/>
              </a:xfrm>
              <a:custGeom>
                <a:avLst/>
                <a:gdLst>
                  <a:gd name="textAreaLeft" fmla="*/ 360 w 83520"/>
                  <a:gd name="textAreaRight" fmla="*/ 84240 w 8352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1294" h="4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4" name="Google Shape;233;p4"/>
              <p:cNvSpPr/>
              <p:nvPr/>
            </p:nvSpPr>
            <p:spPr>
              <a:xfrm flipH="1">
                <a:off x="292680" y="4812840"/>
                <a:ext cx="86400" cy="32760"/>
              </a:xfrm>
              <a:custGeom>
                <a:avLst/>
                <a:gdLst>
                  <a:gd name="textAreaLeft" fmla="*/ 360 w 86400"/>
                  <a:gd name="textAreaRight" fmla="*/ 87120 w 86400"/>
                  <a:gd name="textAreaTop" fmla="*/ 0 h 32760"/>
                  <a:gd name="textAreaBottom" fmla="*/ 33120 h 32760"/>
                </a:gdLst>
                <a:ahLst/>
                <a:cxnLst/>
                <a:rect l="textAreaLeft" t="textAreaTop" r="textAreaRight" b="textAreaBottom"/>
                <a:pathLst>
                  <a:path w="1338" h="50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5" name="Google Shape;234;p4"/>
              <p:cNvSpPr/>
              <p:nvPr/>
            </p:nvSpPr>
            <p:spPr>
              <a:xfrm flipH="1">
                <a:off x="294120" y="4808880"/>
                <a:ext cx="87840" cy="33120"/>
              </a:xfrm>
              <a:custGeom>
                <a:avLst/>
                <a:gdLst>
                  <a:gd name="textAreaLeft" fmla="*/ 360 w 87840"/>
                  <a:gd name="textAreaRight" fmla="*/ 88560 w 8784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1360" h="515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6560" rIns="90000" bIns="1656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6" name="Google Shape;235;p4"/>
              <p:cNvSpPr/>
              <p:nvPr/>
            </p:nvSpPr>
            <p:spPr>
              <a:xfrm flipH="1">
                <a:off x="199800" y="4683600"/>
                <a:ext cx="278280" cy="278280"/>
              </a:xfrm>
              <a:custGeom>
                <a:avLst/>
                <a:gdLst>
                  <a:gd name="textAreaLeft" fmla="*/ -360 w 278280"/>
                  <a:gd name="textAreaRight" fmla="*/ 278280 w 278280"/>
                  <a:gd name="textAreaTop" fmla="*/ 0 h 278280"/>
                  <a:gd name="textAreaBottom" fmla="*/ 278640 h 278280"/>
                </a:gdLst>
                <a:ahLst/>
                <a:cxnLst/>
                <a:rect l="textAreaLeft" t="textAreaTop" r="textAreaRight" b="textAreaBottom"/>
                <a:pathLst>
                  <a:path w="4296" h="4295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7" name="Google Shape;236;p4"/>
              <p:cNvSpPr/>
              <p:nvPr/>
            </p:nvSpPr>
            <p:spPr>
              <a:xfrm>
                <a:off x="191160" y="4680360"/>
                <a:ext cx="291960" cy="291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1800" b="1" u="none" strike="noStrike">
                    <a:solidFill>
                      <a:schemeClr val="accent2"/>
                    </a:solidFill>
                    <a:effectLst/>
                    <a:uFillTx/>
                    <a:latin typeface="Be Vietnam Pro"/>
                    <a:ea typeface="Be Vietnam Pro"/>
                  </a:rPr>
                  <a:t>$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1575;p28"/>
          <p:cNvGrpSpPr/>
          <p:nvPr/>
        </p:nvGrpSpPr>
        <p:grpSpPr>
          <a:xfrm>
            <a:off x="591120" y="571320"/>
            <a:ext cx="3640320" cy="4052520"/>
            <a:chOff x="591120" y="571320"/>
            <a:chExt cx="3640320" cy="4052520"/>
          </a:xfrm>
        </p:grpSpPr>
        <p:grpSp>
          <p:nvGrpSpPr>
            <p:cNvPr id="231" name="Google Shape;1576;p28"/>
            <p:cNvGrpSpPr/>
            <p:nvPr/>
          </p:nvGrpSpPr>
          <p:grpSpPr>
            <a:xfrm>
              <a:off x="1338840" y="571320"/>
              <a:ext cx="2401200" cy="2737800"/>
              <a:chOff x="1338840" y="571320"/>
              <a:chExt cx="2401200" cy="2737800"/>
            </a:xfrm>
          </p:grpSpPr>
          <p:sp>
            <p:nvSpPr>
              <p:cNvPr id="232" name="Google Shape;1577;p28"/>
              <p:cNvSpPr/>
              <p:nvPr/>
            </p:nvSpPr>
            <p:spPr>
              <a:xfrm>
                <a:off x="1338840" y="943200"/>
                <a:ext cx="2400120" cy="2365920"/>
              </a:xfrm>
              <a:prstGeom prst="rect">
                <a:avLst/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33" name="Google Shape;1578;p28"/>
              <p:cNvGrpSpPr/>
              <p:nvPr/>
            </p:nvGrpSpPr>
            <p:grpSpPr>
              <a:xfrm>
                <a:off x="1415880" y="1008360"/>
                <a:ext cx="2079000" cy="1501920"/>
                <a:chOff x="1415880" y="1008360"/>
                <a:chExt cx="2079000" cy="1501920"/>
              </a:xfrm>
            </p:grpSpPr>
            <p:cxnSp>
              <p:nvCxnSpPr>
                <p:cNvPr id="234" name="Google Shape;1579;p28"/>
                <p:cNvCxnSpPr/>
                <p:nvPr/>
              </p:nvCxnSpPr>
              <p:spPr>
                <a:xfrm>
                  <a:off x="1564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35" name="Google Shape;1580;p28"/>
                <p:cNvCxnSpPr/>
                <p:nvPr/>
              </p:nvCxnSpPr>
              <p:spPr>
                <a:xfrm>
                  <a:off x="1415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36" name="Google Shape;1581;p28"/>
                <p:cNvCxnSpPr/>
                <p:nvPr/>
              </p:nvCxnSpPr>
              <p:spPr>
                <a:xfrm>
                  <a:off x="1712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37" name="Google Shape;1582;p28"/>
                <p:cNvCxnSpPr/>
                <p:nvPr/>
              </p:nvCxnSpPr>
              <p:spPr>
                <a:xfrm>
                  <a:off x="1861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38" name="Google Shape;1583;p28"/>
                <p:cNvCxnSpPr/>
                <p:nvPr/>
              </p:nvCxnSpPr>
              <p:spPr>
                <a:xfrm>
                  <a:off x="2009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39" name="Google Shape;1584;p28"/>
                <p:cNvCxnSpPr/>
                <p:nvPr/>
              </p:nvCxnSpPr>
              <p:spPr>
                <a:xfrm>
                  <a:off x="2306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0" name="Google Shape;1585;p28"/>
                <p:cNvCxnSpPr/>
                <p:nvPr/>
              </p:nvCxnSpPr>
              <p:spPr>
                <a:xfrm>
                  <a:off x="2158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1" name="Google Shape;1586;p28"/>
                <p:cNvCxnSpPr/>
                <p:nvPr/>
              </p:nvCxnSpPr>
              <p:spPr>
                <a:xfrm>
                  <a:off x="2455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2" name="Google Shape;1587;p28"/>
                <p:cNvCxnSpPr/>
                <p:nvPr/>
              </p:nvCxnSpPr>
              <p:spPr>
                <a:xfrm>
                  <a:off x="2603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3" name="Google Shape;1588;p28"/>
                <p:cNvCxnSpPr/>
                <p:nvPr/>
              </p:nvCxnSpPr>
              <p:spPr>
                <a:xfrm>
                  <a:off x="2752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4" name="Google Shape;1589;p28"/>
                <p:cNvCxnSpPr/>
                <p:nvPr/>
              </p:nvCxnSpPr>
              <p:spPr>
                <a:xfrm>
                  <a:off x="2900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5" name="Google Shape;1590;p28"/>
                <p:cNvCxnSpPr/>
                <p:nvPr/>
              </p:nvCxnSpPr>
              <p:spPr>
                <a:xfrm>
                  <a:off x="3197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6" name="Google Shape;1591;p28"/>
                <p:cNvCxnSpPr/>
                <p:nvPr/>
              </p:nvCxnSpPr>
              <p:spPr>
                <a:xfrm>
                  <a:off x="3049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7" name="Google Shape;1592;p28"/>
                <p:cNvCxnSpPr/>
                <p:nvPr/>
              </p:nvCxnSpPr>
              <p:spPr>
                <a:xfrm>
                  <a:off x="334620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248" name="Google Shape;1593;p28"/>
                <p:cNvCxnSpPr/>
                <p:nvPr/>
              </p:nvCxnSpPr>
              <p:spPr>
                <a:xfrm>
                  <a:off x="3494880" y="1008360"/>
                  <a:ext cx="360" cy="150228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</p:grpSp>
          <p:sp>
            <p:nvSpPr>
              <p:cNvPr id="249" name="Google Shape;1594;p28"/>
              <p:cNvSpPr/>
              <p:nvPr/>
            </p:nvSpPr>
            <p:spPr>
              <a:xfrm>
                <a:off x="1339920" y="763200"/>
                <a:ext cx="2400120" cy="18252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0" name="Google Shape;1595;p28"/>
              <p:cNvSpPr/>
              <p:nvPr/>
            </p:nvSpPr>
            <p:spPr>
              <a:xfrm>
                <a:off x="1413360" y="1447560"/>
                <a:ext cx="2215080" cy="1276560"/>
              </a:xfrm>
              <a:custGeom>
                <a:avLst/>
                <a:gdLst>
                  <a:gd name="textAreaLeft" fmla="*/ 0 w 2215080"/>
                  <a:gd name="textAreaRight" fmla="*/ 2215440 w 2215080"/>
                  <a:gd name="textAreaTop" fmla="*/ 0 h 1276560"/>
                  <a:gd name="textAreaBottom" fmla="*/ 1276920 h 1276560"/>
                </a:gdLst>
                <a:ahLst/>
                <a:cxnLst/>
                <a:rect l="textAreaLeft" t="textAreaTop" r="textAreaRight" b="textAreaBottom"/>
                <a:pathLst>
                  <a:path w="7255" h="4182" fill="none">
                    <a:moveTo>
                      <a:pt x="0" y="3367"/>
                    </a:moveTo>
                    <a:cubicBezTo>
                      <a:pt x="18" y="3367"/>
                      <a:pt x="48" y="3360"/>
                      <a:pt x="65" y="3368"/>
                    </a:cubicBezTo>
                    <a:cubicBezTo>
                      <a:pt x="87" y="3378"/>
                      <a:pt x="92" y="3414"/>
                      <a:pt x="105" y="3432"/>
                    </a:cubicBezTo>
                    <a:cubicBezTo>
                      <a:pt x="113" y="3444"/>
                      <a:pt x="127" y="3451"/>
                      <a:pt x="135" y="3464"/>
                    </a:cubicBezTo>
                    <a:cubicBezTo>
                      <a:pt x="144" y="3477"/>
                      <a:pt x="147" y="3488"/>
                      <a:pt x="158" y="3501"/>
                    </a:cubicBezTo>
                    <a:cubicBezTo>
                      <a:pt x="170" y="3514"/>
                      <a:pt x="174" y="3522"/>
                      <a:pt x="181" y="3540"/>
                    </a:cubicBezTo>
                    <a:cubicBezTo>
                      <a:pt x="191" y="3566"/>
                      <a:pt x="203" y="3572"/>
                      <a:pt x="225" y="3586"/>
                    </a:cubicBezTo>
                    <a:cubicBezTo>
                      <a:pt x="243" y="3597"/>
                      <a:pt x="261" y="3619"/>
                      <a:pt x="281" y="3625"/>
                    </a:cubicBezTo>
                    <a:cubicBezTo>
                      <a:pt x="303" y="3632"/>
                      <a:pt x="325" y="3625"/>
                      <a:pt x="346" y="3637"/>
                    </a:cubicBezTo>
                    <a:cubicBezTo>
                      <a:pt x="369" y="3649"/>
                      <a:pt x="376" y="3660"/>
                      <a:pt x="404" y="3659"/>
                    </a:cubicBezTo>
                    <a:cubicBezTo>
                      <a:pt x="433" y="3659"/>
                      <a:pt x="459" y="3659"/>
                      <a:pt x="487" y="3654"/>
                    </a:cubicBezTo>
                    <a:cubicBezTo>
                      <a:pt x="520" y="3647"/>
                      <a:pt x="527" y="3645"/>
                      <a:pt x="551" y="3621"/>
                    </a:cubicBezTo>
                    <a:cubicBezTo>
                      <a:pt x="564" y="3608"/>
                      <a:pt x="573" y="3587"/>
                      <a:pt x="587" y="3574"/>
                    </a:cubicBezTo>
                    <a:cubicBezTo>
                      <a:pt x="592" y="3570"/>
                      <a:pt x="600" y="3571"/>
                      <a:pt x="605" y="3566"/>
                    </a:cubicBezTo>
                    <a:cubicBezTo>
                      <a:pt x="607" y="3564"/>
                      <a:pt x="612" y="3552"/>
                      <a:pt x="614" y="3549"/>
                    </a:cubicBezTo>
                    <a:cubicBezTo>
                      <a:pt x="625" y="3525"/>
                      <a:pt x="636" y="3518"/>
                      <a:pt x="658" y="3505"/>
                    </a:cubicBezTo>
                    <a:cubicBezTo>
                      <a:pt x="674" y="3495"/>
                      <a:pt x="692" y="3484"/>
                      <a:pt x="709" y="3475"/>
                    </a:cubicBezTo>
                    <a:cubicBezTo>
                      <a:pt x="723" y="3467"/>
                      <a:pt x="740" y="3452"/>
                      <a:pt x="756" y="3451"/>
                    </a:cubicBezTo>
                    <a:cubicBezTo>
                      <a:pt x="757" y="3445"/>
                      <a:pt x="759" y="3440"/>
                      <a:pt x="759" y="3434"/>
                    </a:cubicBezTo>
                    <a:cubicBezTo>
                      <a:pt x="787" y="3420"/>
                      <a:pt x="827" y="3440"/>
                      <a:pt x="856" y="3432"/>
                    </a:cubicBezTo>
                    <a:cubicBezTo>
                      <a:pt x="870" y="3428"/>
                      <a:pt x="872" y="3423"/>
                      <a:pt x="887" y="3421"/>
                    </a:cubicBezTo>
                    <a:cubicBezTo>
                      <a:pt x="902" y="3419"/>
                      <a:pt x="921" y="3419"/>
                      <a:pt x="936" y="3420"/>
                    </a:cubicBezTo>
                    <a:cubicBezTo>
                      <a:pt x="961" y="3421"/>
                      <a:pt x="977" y="3437"/>
                      <a:pt x="1001" y="3442"/>
                    </a:cubicBezTo>
                    <a:cubicBezTo>
                      <a:pt x="1014" y="3445"/>
                      <a:pt x="1026" y="3442"/>
                      <a:pt x="1039" y="3445"/>
                    </a:cubicBezTo>
                    <a:cubicBezTo>
                      <a:pt x="1052" y="3448"/>
                      <a:pt x="1065" y="3455"/>
                      <a:pt x="1077" y="3459"/>
                    </a:cubicBezTo>
                    <a:cubicBezTo>
                      <a:pt x="1100" y="3466"/>
                      <a:pt x="1106" y="3478"/>
                      <a:pt x="1126" y="3489"/>
                    </a:cubicBezTo>
                    <a:cubicBezTo>
                      <a:pt x="1155" y="3506"/>
                      <a:pt x="1176" y="3508"/>
                      <a:pt x="1194" y="3540"/>
                    </a:cubicBezTo>
                    <a:cubicBezTo>
                      <a:pt x="1202" y="3554"/>
                      <a:pt x="1208" y="3568"/>
                      <a:pt x="1211" y="3584"/>
                    </a:cubicBezTo>
                    <a:cubicBezTo>
                      <a:pt x="1216" y="3609"/>
                      <a:pt x="1218" y="3614"/>
                      <a:pt x="1235" y="3632"/>
                    </a:cubicBezTo>
                    <a:cubicBezTo>
                      <a:pt x="1242" y="3640"/>
                      <a:pt x="1250" y="3649"/>
                      <a:pt x="1256" y="3659"/>
                    </a:cubicBezTo>
                    <a:cubicBezTo>
                      <a:pt x="1264" y="3671"/>
                      <a:pt x="1265" y="3685"/>
                      <a:pt x="1273" y="3697"/>
                    </a:cubicBezTo>
                    <a:cubicBezTo>
                      <a:pt x="1292" y="3728"/>
                      <a:pt x="1322" y="3755"/>
                      <a:pt x="1341" y="3785"/>
                    </a:cubicBezTo>
                    <a:cubicBezTo>
                      <a:pt x="1363" y="3819"/>
                      <a:pt x="1379" y="3867"/>
                      <a:pt x="1410" y="3897"/>
                    </a:cubicBezTo>
                    <a:cubicBezTo>
                      <a:pt x="1430" y="3917"/>
                      <a:pt x="1453" y="3921"/>
                      <a:pt x="1472" y="3940"/>
                    </a:cubicBezTo>
                    <a:cubicBezTo>
                      <a:pt x="1484" y="3952"/>
                      <a:pt x="1503" y="3964"/>
                      <a:pt x="1514" y="3976"/>
                    </a:cubicBezTo>
                    <a:cubicBezTo>
                      <a:pt x="1520" y="3982"/>
                      <a:pt x="1523" y="3997"/>
                      <a:pt x="1529" y="4005"/>
                    </a:cubicBezTo>
                    <a:cubicBezTo>
                      <a:pt x="1546" y="4030"/>
                      <a:pt x="1555" y="4057"/>
                      <a:pt x="1572" y="4082"/>
                    </a:cubicBezTo>
                    <a:cubicBezTo>
                      <a:pt x="1592" y="4110"/>
                      <a:pt x="1620" y="4132"/>
                      <a:pt x="1644" y="4158"/>
                    </a:cubicBezTo>
                    <a:cubicBezTo>
                      <a:pt x="1666" y="4182"/>
                      <a:pt x="1685" y="4188"/>
                      <a:pt x="1722" y="4174"/>
                    </a:cubicBezTo>
                    <a:cubicBezTo>
                      <a:pt x="1767" y="4157"/>
                      <a:pt x="1797" y="4128"/>
                      <a:pt x="1837" y="4104"/>
                    </a:cubicBezTo>
                    <a:cubicBezTo>
                      <a:pt x="1875" y="4081"/>
                      <a:pt x="1903" y="4060"/>
                      <a:pt x="1918" y="4018"/>
                    </a:cubicBezTo>
                    <a:cubicBezTo>
                      <a:pt x="1936" y="3969"/>
                      <a:pt x="1968" y="3919"/>
                      <a:pt x="1980" y="3870"/>
                    </a:cubicBezTo>
                    <a:cubicBezTo>
                      <a:pt x="1984" y="3855"/>
                      <a:pt x="1991" y="3837"/>
                      <a:pt x="1993" y="3821"/>
                    </a:cubicBezTo>
                    <a:cubicBezTo>
                      <a:pt x="1995" y="3807"/>
                      <a:pt x="1989" y="3797"/>
                      <a:pt x="1998" y="3784"/>
                    </a:cubicBezTo>
                    <a:cubicBezTo>
                      <a:pt x="2007" y="3773"/>
                      <a:pt x="2018" y="3770"/>
                      <a:pt x="2027" y="3757"/>
                    </a:cubicBezTo>
                    <a:cubicBezTo>
                      <a:pt x="2042" y="3735"/>
                      <a:pt x="2058" y="3712"/>
                      <a:pt x="2071" y="3688"/>
                    </a:cubicBezTo>
                    <a:cubicBezTo>
                      <a:pt x="2115" y="3609"/>
                      <a:pt x="2152" y="3530"/>
                      <a:pt x="2166" y="3443"/>
                    </a:cubicBezTo>
                    <a:cubicBezTo>
                      <a:pt x="2172" y="3399"/>
                      <a:pt x="2206" y="3379"/>
                      <a:pt x="2226" y="3342"/>
                    </a:cubicBezTo>
                    <a:cubicBezTo>
                      <a:pt x="2235" y="3326"/>
                      <a:pt x="2238" y="3300"/>
                      <a:pt x="2244" y="3283"/>
                    </a:cubicBezTo>
                    <a:cubicBezTo>
                      <a:pt x="2253" y="3259"/>
                      <a:pt x="2248" y="3236"/>
                      <a:pt x="2254" y="3213"/>
                    </a:cubicBezTo>
                    <a:cubicBezTo>
                      <a:pt x="2259" y="3193"/>
                      <a:pt x="2270" y="3175"/>
                      <a:pt x="2275" y="3154"/>
                    </a:cubicBezTo>
                    <a:cubicBezTo>
                      <a:pt x="2280" y="3134"/>
                      <a:pt x="2281" y="3114"/>
                      <a:pt x="2284" y="3094"/>
                    </a:cubicBezTo>
                    <a:cubicBezTo>
                      <a:pt x="2292" y="3048"/>
                      <a:pt x="2311" y="2990"/>
                      <a:pt x="2343" y="2956"/>
                    </a:cubicBezTo>
                    <a:cubicBezTo>
                      <a:pt x="2377" y="2921"/>
                      <a:pt x="2404" y="2894"/>
                      <a:pt x="2414" y="2848"/>
                    </a:cubicBezTo>
                    <a:cubicBezTo>
                      <a:pt x="2421" y="2816"/>
                      <a:pt x="2440" y="2788"/>
                      <a:pt x="2447" y="2756"/>
                    </a:cubicBezTo>
                    <a:cubicBezTo>
                      <a:pt x="2455" y="2722"/>
                      <a:pt x="2458" y="2692"/>
                      <a:pt x="2458" y="2657"/>
                    </a:cubicBezTo>
                    <a:cubicBezTo>
                      <a:pt x="2458" y="2626"/>
                      <a:pt x="2452" y="2586"/>
                      <a:pt x="2458" y="2556"/>
                    </a:cubicBezTo>
                    <a:cubicBezTo>
                      <a:pt x="2468" y="2514"/>
                      <a:pt x="2502" y="2470"/>
                      <a:pt x="2527" y="2437"/>
                    </a:cubicBezTo>
                    <a:cubicBezTo>
                      <a:pt x="2559" y="2397"/>
                      <a:pt x="2580" y="2356"/>
                      <a:pt x="2596" y="2306"/>
                    </a:cubicBezTo>
                    <a:cubicBezTo>
                      <a:pt x="2607" y="2273"/>
                      <a:pt x="2605" y="2236"/>
                      <a:pt x="2619" y="2204"/>
                    </a:cubicBezTo>
                    <a:cubicBezTo>
                      <a:pt x="2635" y="2167"/>
                      <a:pt x="2678" y="2143"/>
                      <a:pt x="2708" y="2114"/>
                    </a:cubicBezTo>
                    <a:cubicBezTo>
                      <a:pt x="2751" y="2071"/>
                      <a:pt x="2843" y="1989"/>
                      <a:pt x="2913" y="2015"/>
                    </a:cubicBezTo>
                    <a:cubicBezTo>
                      <a:pt x="2937" y="2024"/>
                      <a:pt x="2949" y="2055"/>
                      <a:pt x="2971" y="2069"/>
                    </a:cubicBezTo>
                    <a:cubicBezTo>
                      <a:pt x="2984" y="2078"/>
                      <a:pt x="2994" y="2085"/>
                      <a:pt x="3006" y="2095"/>
                    </a:cubicBezTo>
                    <a:cubicBezTo>
                      <a:pt x="3013" y="2102"/>
                      <a:pt x="3024" y="2109"/>
                      <a:pt x="3031" y="2117"/>
                    </a:cubicBezTo>
                    <a:cubicBezTo>
                      <a:pt x="3043" y="2130"/>
                      <a:pt x="3037" y="2131"/>
                      <a:pt x="3044" y="2146"/>
                    </a:cubicBezTo>
                    <a:cubicBezTo>
                      <a:pt x="3053" y="2165"/>
                      <a:pt x="3079" y="2189"/>
                      <a:pt x="3095" y="2199"/>
                    </a:cubicBezTo>
                    <a:cubicBezTo>
                      <a:pt x="3106" y="2207"/>
                      <a:pt x="3115" y="2206"/>
                      <a:pt x="3129" y="2214"/>
                    </a:cubicBezTo>
                    <a:cubicBezTo>
                      <a:pt x="3137" y="2218"/>
                      <a:pt x="3138" y="2229"/>
                      <a:pt x="3148" y="2232"/>
                    </a:cubicBezTo>
                    <a:cubicBezTo>
                      <a:pt x="3165" y="2239"/>
                      <a:pt x="3197" y="2230"/>
                      <a:pt x="3213" y="2227"/>
                    </a:cubicBezTo>
                    <a:cubicBezTo>
                      <a:pt x="3255" y="2218"/>
                      <a:pt x="3308" y="2181"/>
                      <a:pt x="3344" y="2160"/>
                    </a:cubicBezTo>
                    <a:cubicBezTo>
                      <a:pt x="3373" y="2142"/>
                      <a:pt x="3400" y="2133"/>
                      <a:pt x="3431" y="2122"/>
                    </a:cubicBezTo>
                    <a:cubicBezTo>
                      <a:pt x="3435" y="2093"/>
                      <a:pt x="3433" y="2067"/>
                      <a:pt x="3449" y="2042"/>
                    </a:cubicBezTo>
                    <a:cubicBezTo>
                      <a:pt x="3466" y="2016"/>
                      <a:pt x="3489" y="1992"/>
                      <a:pt x="3508" y="1968"/>
                    </a:cubicBezTo>
                    <a:cubicBezTo>
                      <a:pt x="3527" y="1943"/>
                      <a:pt x="3545" y="1918"/>
                      <a:pt x="3574" y="1904"/>
                    </a:cubicBezTo>
                    <a:cubicBezTo>
                      <a:pt x="3581" y="1901"/>
                      <a:pt x="3600" y="1899"/>
                      <a:pt x="3605" y="1893"/>
                    </a:cubicBezTo>
                    <a:cubicBezTo>
                      <a:pt x="3609" y="1887"/>
                      <a:pt x="3603" y="1879"/>
                      <a:pt x="3605" y="1874"/>
                    </a:cubicBezTo>
                    <a:cubicBezTo>
                      <a:pt x="3622" y="1831"/>
                      <a:pt x="3616" y="1788"/>
                      <a:pt x="3616" y="1743"/>
                    </a:cubicBezTo>
                    <a:cubicBezTo>
                      <a:pt x="3617" y="1662"/>
                      <a:pt x="3672" y="1623"/>
                      <a:pt x="3730" y="1573"/>
                    </a:cubicBezTo>
                    <a:cubicBezTo>
                      <a:pt x="3785" y="1526"/>
                      <a:pt x="3845" y="1476"/>
                      <a:pt x="3882" y="1413"/>
                    </a:cubicBezTo>
                    <a:cubicBezTo>
                      <a:pt x="3893" y="1393"/>
                      <a:pt x="3899" y="1371"/>
                      <a:pt x="3909" y="1351"/>
                    </a:cubicBezTo>
                    <a:cubicBezTo>
                      <a:pt x="3922" y="1323"/>
                      <a:pt x="3941" y="1296"/>
                      <a:pt x="3950" y="1267"/>
                    </a:cubicBezTo>
                    <a:cubicBezTo>
                      <a:pt x="3967" y="1212"/>
                      <a:pt x="4002" y="1167"/>
                      <a:pt x="4034" y="1120"/>
                    </a:cubicBezTo>
                    <a:cubicBezTo>
                      <a:pt x="4061" y="1081"/>
                      <a:pt x="4061" y="1061"/>
                      <a:pt x="4061" y="1015"/>
                    </a:cubicBezTo>
                    <a:cubicBezTo>
                      <a:pt x="4061" y="940"/>
                      <a:pt x="4046" y="863"/>
                      <a:pt x="4111" y="810"/>
                    </a:cubicBezTo>
                    <a:cubicBezTo>
                      <a:pt x="4126" y="797"/>
                      <a:pt x="4145" y="789"/>
                      <a:pt x="4161" y="777"/>
                    </a:cubicBezTo>
                    <a:cubicBezTo>
                      <a:pt x="4182" y="761"/>
                      <a:pt x="4207" y="756"/>
                      <a:pt x="4228" y="742"/>
                    </a:cubicBezTo>
                    <a:cubicBezTo>
                      <a:pt x="4239" y="735"/>
                      <a:pt x="4248" y="722"/>
                      <a:pt x="4260" y="717"/>
                    </a:cubicBezTo>
                    <a:cubicBezTo>
                      <a:pt x="4275" y="711"/>
                      <a:pt x="4294" y="715"/>
                      <a:pt x="4309" y="710"/>
                    </a:cubicBezTo>
                    <a:cubicBezTo>
                      <a:pt x="4358" y="696"/>
                      <a:pt x="4385" y="689"/>
                      <a:pt x="4438" y="699"/>
                    </a:cubicBezTo>
                    <a:cubicBezTo>
                      <a:pt x="4454" y="701"/>
                      <a:pt x="4472" y="704"/>
                      <a:pt x="4487" y="711"/>
                    </a:cubicBezTo>
                    <a:cubicBezTo>
                      <a:pt x="4511" y="722"/>
                      <a:pt x="4519" y="722"/>
                      <a:pt x="4543" y="725"/>
                    </a:cubicBezTo>
                    <a:cubicBezTo>
                      <a:pt x="4581" y="731"/>
                      <a:pt x="4630" y="773"/>
                      <a:pt x="4652" y="803"/>
                    </a:cubicBezTo>
                    <a:cubicBezTo>
                      <a:pt x="4669" y="827"/>
                      <a:pt x="4688" y="849"/>
                      <a:pt x="4705" y="873"/>
                    </a:cubicBezTo>
                    <a:cubicBezTo>
                      <a:pt x="4721" y="895"/>
                      <a:pt x="4718" y="909"/>
                      <a:pt x="4742" y="919"/>
                    </a:cubicBezTo>
                    <a:cubicBezTo>
                      <a:pt x="4805" y="948"/>
                      <a:pt x="4885" y="965"/>
                      <a:pt x="4955" y="973"/>
                    </a:cubicBezTo>
                    <a:cubicBezTo>
                      <a:pt x="5016" y="980"/>
                      <a:pt x="5068" y="965"/>
                      <a:pt x="5100" y="1023"/>
                    </a:cubicBezTo>
                    <a:cubicBezTo>
                      <a:pt x="5118" y="1056"/>
                      <a:pt x="5137" y="1088"/>
                      <a:pt x="5160" y="1118"/>
                    </a:cubicBezTo>
                    <a:cubicBezTo>
                      <a:pt x="5168" y="1130"/>
                      <a:pt x="5179" y="1140"/>
                      <a:pt x="5187" y="1152"/>
                    </a:cubicBezTo>
                    <a:cubicBezTo>
                      <a:pt x="5197" y="1166"/>
                      <a:pt x="5199" y="1184"/>
                      <a:pt x="5212" y="1196"/>
                    </a:cubicBezTo>
                    <a:cubicBezTo>
                      <a:pt x="5258" y="1237"/>
                      <a:pt x="5329" y="1217"/>
                      <a:pt x="5379" y="1242"/>
                    </a:cubicBezTo>
                    <a:cubicBezTo>
                      <a:pt x="5397" y="1252"/>
                      <a:pt x="5396" y="1266"/>
                      <a:pt x="5408" y="1282"/>
                    </a:cubicBezTo>
                    <a:cubicBezTo>
                      <a:pt x="5413" y="1289"/>
                      <a:pt x="5421" y="1293"/>
                      <a:pt x="5426" y="1300"/>
                    </a:cubicBezTo>
                    <a:cubicBezTo>
                      <a:pt x="5432" y="1309"/>
                      <a:pt x="5432" y="1318"/>
                      <a:pt x="5437" y="1327"/>
                    </a:cubicBezTo>
                    <a:cubicBezTo>
                      <a:pt x="5452" y="1354"/>
                      <a:pt x="5478" y="1360"/>
                      <a:pt x="5508" y="1353"/>
                    </a:cubicBezTo>
                    <a:cubicBezTo>
                      <a:pt x="5535" y="1346"/>
                      <a:pt x="5569" y="1327"/>
                      <a:pt x="5588" y="1306"/>
                    </a:cubicBezTo>
                    <a:cubicBezTo>
                      <a:pt x="5598" y="1294"/>
                      <a:pt x="5601" y="1278"/>
                      <a:pt x="5610" y="1265"/>
                    </a:cubicBezTo>
                    <a:cubicBezTo>
                      <a:pt x="5618" y="1254"/>
                      <a:pt x="5634" y="1249"/>
                      <a:pt x="5641" y="1239"/>
                    </a:cubicBezTo>
                    <a:cubicBezTo>
                      <a:pt x="5644" y="1234"/>
                      <a:pt x="5645" y="1225"/>
                      <a:pt x="5648" y="1219"/>
                    </a:cubicBezTo>
                    <a:cubicBezTo>
                      <a:pt x="5654" y="1207"/>
                      <a:pt x="5666" y="1197"/>
                      <a:pt x="5673" y="1187"/>
                    </a:cubicBezTo>
                    <a:cubicBezTo>
                      <a:pt x="5696" y="1157"/>
                      <a:pt x="5721" y="1125"/>
                      <a:pt x="5740" y="1093"/>
                    </a:cubicBezTo>
                    <a:cubicBezTo>
                      <a:pt x="5755" y="1065"/>
                      <a:pt x="5766" y="1035"/>
                      <a:pt x="5784" y="1008"/>
                    </a:cubicBezTo>
                    <a:cubicBezTo>
                      <a:pt x="5806" y="976"/>
                      <a:pt x="5835" y="936"/>
                      <a:pt x="5869" y="916"/>
                    </a:cubicBezTo>
                    <a:cubicBezTo>
                      <a:pt x="5882" y="908"/>
                      <a:pt x="5895" y="903"/>
                      <a:pt x="5911" y="900"/>
                    </a:cubicBezTo>
                    <a:cubicBezTo>
                      <a:pt x="5913" y="900"/>
                      <a:pt x="5940" y="901"/>
                      <a:pt x="5946" y="897"/>
                    </a:cubicBezTo>
                    <a:cubicBezTo>
                      <a:pt x="5950" y="894"/>
                      <a:pt x="5952" y="887"/>
                      <a:pt x="5957" y="884"/>
                    </a:cubicBezTo>
                    <a:cubicBezTo>
                      <a:pt x="5964" y="879"/>
                      <a:pt x="5974" y="876"/>
                      <a:pt x="5982" y="871"/>
                    </a:cubicBezTo>
                    <a:cubicBezTo>
                      <a:pt x="5997" y="861"/>
                      <a:pt x="5996" y="852"/>
                      <a:pt x="6002" y="836"/>
                    </a:cubicBezTo>
                    <a:cubicBezTo>
                      <a:pt x="6017" y="793"/>
                      <a:pt x="6050" y="754"/>
                      <a:pt x="6074" y="713"/>
                    </a:cubicBezTo>
                    <a:cubicBezTo>
                      <a:pt x="6090" y="686"/>
                      <a:pt x="6107" y="649"/>
                      <a:pt x="6135" y="632"/>
                    </a:cubicBezTo>
                    <a:cubicBezTo>
                      <a:pt x="6181" y="603"/>
                      <a:pt x="6259" y="595"/>
                      <a:pt x="6312" y="584"/>
                    </a:cubicBezTo>
                    <a:cubicBezTo>
                      <a:pt x="6365" y="574"/>
                      <a:pt x="6431" y="552"/>
                      <a:pt x="6485" y="564"/>
                    </a:cubicBezTo>
                    <a:cubicBezTo>
                      <a:pt x="6535" y="575"/>
                      <a:pt x="6569" y="627"/>
                      <a:pt x="6620" y="628"/>
                    </a:cubicBezTo>
                    <a:cubicBezTo>
                      <a:pt x="6678" y="631"/>
                      <a:pt x="6714" y="636"/>
                      <a:pt x="6746" y="582"/>
                    </a:cubicBezTo>
                    <a:cubicBezTo>
                      <a:pt x="6759" y="562"/>
                      <a:pt x="6781" y="535"/>
                      <a:pt x="6788" y="512"/>
                    </a:cubicBezTo>
                    <a:cubicBezTo>
                      <a:pt x="6794" y="491"/>
                      <a:pt x="6789" y="479"/>
                      <a:pt x="6800" y="460"/>
                    </a:cubicBezTo>
                    <a:cubicBezTo>
                      <a:pt x="6818" y="430"/>
                      <a:pt x="6803" y="404"/>
                      <a:pt x="6838" y="380"/>
                    </a:cubicBezTo>
                    <a:cubicBezTo>
                      <a:pt x="6860" y="365"/>
                      <a:pt x="6879" y="370"/>
                      <a:pt x="6906" y="369"/>
                    </a:cubicBezTo>
                    <a:cubicBezTo>
                      <a:pt x="6934" y="368"/>
                      <a:pt x="6963" y="361"/>
                      <a:pt x="6991" y="356"/>
                    </a:cubicBezTo>
                    <a:cubicBezTo>
                      <a:pt x="7081" y="341"/>
                      <a:pt x="7082" y="223"/>
                      <a:pt x="7128" y="163"/>
                    </a:cubicBezTo>
                    <a:cubicBezTo>
                      <a:pt x="7147" y="138"/>
                      <a:pt x="7166" y="117"/>
                      <a:pt x="7185" y="92"/>
                    </a:cubicBezTo>
                    <a:cubicBezTo>
                      <a:pt x="7195" y="78"/>
                      <a:pt x="7212" y="64"/>
                      <a:pt x="7221" y="49"/>
                    </a:cubicBezTo>
                    <a:cubicBezTo>
                      <a:pt x="7230" y="31"/>
                      <a:pt x="7223" y="2"/>
                      <a:pt x="7255" y="0"/>
                    </a:cubicBezTo>
                  </a:path>
                </a:pathLst>
              </a:custGeom>
              <a:noFill/>
              <a:ln w="25550">
                <a:solidFill>
                  <a:srgbClr val="839B82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02600" tIns="57600" rIns="102600" bIns="57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1" name="Google Shape;1596;p28"/>
              <p:cNvSpPr/>
              <p:nvPr/>
            </p:nvSpPr>
            <p:spPr>
              <a:xfrm>
                <a:off x="1411200" y="1444680"/>
                <a:ext cx="2217240" cy="1703520"/>
              </a:xfrm>
              <a:custGeom>
                <a:avLst/>
                <a:gdLst>
                  <a:gd name="textAreaLeft" fmla="*/ 0 w 2217240"/>
                  <a:gd name="textAreaRight" fmla="*/ 2217600 w 2217240"/>
                  <a:gd name="textAreaTop" fmla="*/ 0 h 1703520"/>
                  <a:gd name="textAreaBottom" fmla="*/ 1703880 h 1703520"/>
                </a:gdLst>
                <a:ahLst/>
                <a:cxnLst/>
                <a:rect l="textAreaLeft" t="textAreaTop" r="textAreaRight" b="textAreaBottom"/>
                <a:pathLst>
                  <a:path w="7262" h="5579">
                    <a:moveTo>
                      <a:pt x="7256" y="0"/>
                    </a:moveTo>
                    <a:cubicBezTo>
                      <a:pt x="7279" y="23"/>
                      <a:pt x="7231" y="31"/>
                      <a:pt x="7221" y="49"/>
                    </a:cubicBezTo>
                    <a:cubicBezTo>
                      <a:pt x="7213" y="64"/>
                      <a:pt x="7196" y="78"/>
                      <a:pt x="7185" y="92"/>
                    </a:cubicBezTo>
                    <a:cubicBezTo>
                      <a:pt x="7166" y="117"/>
                      <a:pt x="7147" y="138"/>
                      <a:pt x="7128" y="163"/>
                    </a:cubicBezTo>
                    <a:cubicBezTo>
                      <a:pt x="7082" y="223"/>
                      <a:pt x="7081" y="341"/>
                      <a:pt x="6991" y="356"/>
                    </a:cubicBezTo>
                    <a:cubicBezTo>
                      <a:pt x="6963" y="361"/>
                      <a:pt x="6934" y="367"/>
                      <a:pt x="6906" y="369"/>
                    </a:cubicBezTo>
                    <a:cubicBezTo>
                      <a:pt x="6879" y="370"/>
                      <a:pt x="6860" y="365"/>
                      <a:pt x="6838" y="380"/>
                    </a:cubicBezTo>
                    <a:cubicBezTo>
                      <a:pt x="6804" y="404"/>
                      <a:pt x="6818" y="430"/>
                      <a:pt x="6801" y="460"/>
                    </a:cubicBezTo>
                    <a:cubicBezTo>
                      <a:pt x="6789" y="479"/>
                      <a:pt x="6794" y="491"/>
                      <a:pt x="6788" y="512"/>
                    </a:cubicBezTo>
                    <a:cubicBezTo>
                      <a:pt x="6782" y="535"/>
                      <a:pt x="6759" y="562"/>
                      <a:pt x="6747" y="582"/>
                    </a:cubicBezTo>
                    <a:cubicBezTo>
                      <a:pt x="6714" y="636"/>
                      <a:pt x="6678" y="631"/>
                      <a:pt x="6621" y="628"/>
                    </a:cubicBezTo>
                    <a:cubicBezTo>
                      <a:pt x="6570" y="627"/>
                      <a:pt x="6535" y="575"/>
                      <a:pt x="6486" y="564"/>
                    </a:cubicBezTo>
                    <a:cubicBezTo>
                      <a:pt x="6431" y="552"/>
                      <a:pt x="6365" y="574"/>
                      <a:pt x="6313" y="584"/>
                    </a:cubicBezTo>
                    <a:cubicBezTo>
                      <a:pt x="6259" y="595"/>
                      <a:pt x="6182" y="603"/>
                      <a:pt x="6135" y="632"/>
                    </a:cubicBezTo>
                    <a:cubicBezTo>
                      <a:pt x="6108" y="649"/>
                      <a:pt x="6090" y="686"/>
                      <a:pt x="6075" y="713"/>
                    </a:cubicBezTo>
                    <a:cubicBezTo>
                      <a:pt x="6051" y="754"/>
                      <a:pt x="6017" y="793"/>
                      <a:pt x="6002" y="836"/>
                    </a:cubicBezTo>
                    <a:cubicBezTo>
                      <a:pt x="5996" y="852"/>
                      <a:pt x="5997" y="861"/>
                      <a:pt x="5982" y="871"/>
                    </a:cubicBezTo>
                    <a:cubicBezTo>
                      <a:pt x="5974" y="876"/>
                      <a:pt x="5965" y="879"/>
                      <a:pt x="5957" y="884"/>
                    </a:cubicBezTo>
                    <a:cubicBezTo>
                      <a:pt x="5953" y="887"/>
                      <a:pt x="5951" y="894"/>
                      <a:pt x="5946" y="897"/>
                    </a:cubicBezTo>
                    <a:cubicBezTo>
                      <a:pt x="5940" y="901"/>
                      <a:pt x="5914" y="900"/>
                      <a:pt x="5911" y="900"/>
                    </a:cubicBezTo>
                    <a:cubicBezTo>
                      <a:pt x="5896" y="903"/>
                      <a:pt x="5883" y="908"/>
                      <a:pt x="5869" y="916"/>
                    </a:cubicBezTo>
                    <a:cubicBezTo>
                      <a:pt x="5835" y="936"/>
                      <a:pt x="5806" y="976"/>
                      <a:pt x="5784" y="1008"/>
                    </a:cubicBezTo>
                    <a:cubicBezTo>
                      <a:pt x="5766" y="1035"/>
                      <a:pt x="5756" y="1065"/>
                      <a:pt x="5740" y="1093"/>
                    </a:cubicBezTo>
                    <a:cubicBezTo>
                      <a:pt x="5721" y="1125"/>
                      <a:pt x="5696" y="1157"/>
                      <a:pt x="5674" y="1187"/>
                    </a:cubicBezTo>
                    <a:cubicBezTo>
                      <a:pt x="5666" y="1197"/>
                      <a:pt x="5655" y="1208"/>
                      <a:pt x="5648" y="1219"/>
                    </a:cubicBezTo>
                    <a:cubicBezTo>
                      <a:pt x="5645" y="1225"/>
                      <a:pt x="5645" y="1234"/>
                      <a:pt x="5641" y="1239"/>
                    </a:cubicBezTo>
                    <a:cubicBezTo>
                      <a:pt x="5634" y="1249"/>
                      <a:pt x="5619" y="1254"/>
                      <a:pt x="5610" y="1265"/>
                    </a:cubicBezTo>
                    <a:cubicBezTo>
                      <a:pt x="5601" y="1278"/>
                      <a:pt x="5598" y="1294"/>
                      <a:pt x="5588" y="1306"/>
                    </a:cubicBezTo>
                    <a:cubicBezTo>
                      <a:pt x="5570" y="1327"/>
                      <a:pt x="5536" y="1346"/>
                      <a:pt x="5508" y="1353"/>
                    </a:cubicBezTo>
                    <a:cubicBezTo>
                      <a:pt x="5478" y="1360"/>
                      <a:pt x="5452" y="1354"/>
                      <a:pt x="5437" y="1327"/>
                    </a:cubicBezTo>
                    <a:cubicBezTo>
                      <a:pt x="5432" y="1318"/>
                      <a:pt x="5433" y="1309"/>
                      <a:pt x="5426" y="1300"/>
                    </a:cubicBezTo>
                    <a:cubicBezTo>
                      <a:pt x="5422" y="1293"/>
                      <a:pt x="5414" y="1289"/>
                      <a:pt x="5409" y="1282"/>
                    </a:cubicBezTo>
                    <a:cubicBezTo>
                      <a:pt x="5396" y="1266"/>
                      <a:pt x="5397" y="1252"/>
                      <a:pt x="5379" y="1242"/>
                    </a:cubicBezTo>
                    <a:cubicBezTo>
                      <a:pt x="5330" y="1217"/>
                      <a:pt x="5258" y="1237"/>
                      <a:pt x="5213" y="1196"/>
                    </a:cubicBezTo>
                    <a:cubicBezTo>
                      <a:pt x="5200" y="1184"/>
                      <a:pt x="5198" y="1166"/>
                      <a:pt x="5187" y="1152"/>
                    </a:cubicBezTo>
                    <a:cubicBezTo>
                      <a:pt x="5179" y="1140"/>
                      <a:pt x="5169" y="1130"/>
                      <a:pt x="5160" y="1119"/>
                    </a:cubicBezTo>
                    <a:cubicBezTo>
                      <a:pt x="5137" y="1088"/>
                      <a:pt x="5118" y="1057"/>
                      <a:pt x="5100" y="1023"/>
                    </a:cubicBezTo>
                    <a:cubicBezTo>
                      <a:pt x="5069" y="965"/>
                      <a:pt x="5016" y="980"/>
                      <a:pt x="4955" y="973"/>
                    </a:cubicBezTo>
                    <a:cubicBezTo>
                      <a:pt x="4886" y="965"/>
                      <a:pt x="4806" y="948"/>
                      <a:pt x="4742" y="920"/>
                    </a:cubicBezTo>
                    <a:cubicBezTo>
                      <a:pt x="4718" y="909"/>
                      <a:pt x="4721" y="895"/>
                      <a:pt x="4705" y="873"/>
                    </a:cubicBezTo>
                    <a:cubicBezTo>
                      <a:pt x="4688" y="849"/>
                      <a:pt x="4669" y="827"/>
                      <a:pt x="4652" y="803"/>
                    </a:cubicBezTo>
                    <a:cubicBezTo>
                      <a:pt x="4630" y="773"/>
                      <a:pt x="4582" y="731"/>
                      <a:pt x="4543" y="725"/>
                    </a:cubicBezTo>
                    <a:cubicBezTo>
                      <a:pt x="4519" y="722"/>
                      <a:pt x="4511" y="722"/>
                      <a:pt x="4487" y="711"/>
                    </a:cubicBezTo>
                    <a:cubicBezTo>
                      <a:pt x="4473" y="704"/>
                      <a:pt x="4455" y="702"/>
                      <a:pt x="4438" y="699"/>
                    </a:cubicBezTo>
                    <a:cubicBezTo>
                      <a:pt x="4385" y="689"/>
                      <a:pt x="4359" y="696"/>
                      <a:pt x="4310" y="710"/>
                    </a:cubicBezTo>
                    <a:cubicBezTo>
                      <a:pt x="4294" y="715"/>
                      <a:pt x="4276" y="711"/>
                      <a:pt x="4261" y="717"/>
                    </a:cubicBezTo>
                    <a:cubicBezTo>
                      <a:pt x="4249" y="722"/>
                      <a:pt x="4239" y="735"/>
                      <a:pt x="4229" y="742"/>
                    </a:cubicBezTo>
                    <a:cubicBezTo>
                      <a:pt x="4207" y="756"/>
                      <a:pt x="4182" y="761"/>
                      <a:pt x="4161" y="777"/>
                    </a:cubicBezTo>
                    <a:cubicBezTo>
                      <a:pt x="4145" y="789"/>
                      <a:pt x="4127" y="797"/>
                      <a:pt x="4111" y="810"/>
                    </a:cubicBezTo>
                    <a:cubicBezTo>
                      <a:pt x="4046" y="863"/>
                      <a:pt x="4061" y="940"/>
                      <a:pt x="4061" y="1015"/>
                    </a:cubicBezTo>
                    <a:cubicBezTo>
                      <a:pt x="4061" y="1061"/>
                      <a:pt x="4062" y="1081"/>
                      <a:pt x="4034" y="1120"/>
                    </a:cubicBezTo>
                    <a:cubicBezTo>
                      <a:pt x="4002" y="1167"/>
                      <a:pt x="3967" y="1212"/>
                      <a:pt x="3950" y="1267"/>
                    </a:cubicBezTo>
                    <a:cubicBezTo>
                      <a:pt x="3941" y="1296"/>
                      <a:pt x="3923" y="1324"/>
                      <a:pt x="3909" y="1351"/>
                    </a:cubicBezTo>
                    <a:cubicBezTo>
                      <a:pt x="3899" y="1371"/>
                      <a:pt x="3893" y="1394"/>
                      <a:pt x="3882" y="1413"/>
                    </a:cubicBezTo>
                    <a:cubicBezTo>
                      <a:pt x="3845" y="1476"/>
                      <a:pt x="3785" y="1526"/>
                      <a:pt x="3731" y="1573"/>
                    </a:cubicBezTo>
                    <a:cubicBezTo>
                      <a:pt x="3673" y="1623"/>
                      <a:pt x="3618" y="1662"/>
                      <a:pt x="3617" y="1743"/>
                    </a:cubicBezTo>
                    <a:cubicBezTo>
                      <a:pt x="3616" y="1788"/>
                      <a:pt x="3623" y="1832"/>
                      <a:pt x="3606" y="1874"/>
                    </a:cubicBezTo>
                    <a:cubicBezTo>
                      <a:pt x="3604" y="1879"/>
                      <a:pt x="3610" y="1887"/>
                      <a:pt x="3605" y="1893"/>
                    </a:cubicBezTo>
                    <a:cubicBezTo>
                      <a:pt x="3600" y="1899"/>
                      <a:pt x="3582" y="1901"/>
                      <a:pt x="3575" y="1904"/>
                    </a:cubicBezTo>
                    <a:cubicBezTo>
                      <a:pt x="3546" y="1918"/>
                      <a:pt x="3527" y="1943"/>
                      <a:pt x="3508" y="1968"/>
                    </a:cubicBezTo>
                    <a:cubicBezTo>
                      <a:pt x="3490" y="1992"/>
                      <a:pt x="3466" y="2016"/>
                      <a:pt x="3449" y="2042"/>
                    </a:cubicBezTo>
                    <a:cubicBezTo>
                      <a:pt x="3433" y="2067"/>
                      <a:pt x="3435" y="2093"/>
                      <a:pt x="3432" y="2122"/>
                    </a:cubicBezTo>
                    <a:cubicBezTo>
                      <a:pt x="3400" y="2134"/>
                      <a:pt x="3374" y="2143"/>
                      <a:pt x="3344" y="2160"/>
                    </a:cubicBezTo>
                    <a:cubicBezTo>
                      <a:pt x="3308" y="2182"/>
                      <a:pt x="3256" y="2218"/>
                      <a:pt x="3214" y="2227"/>
                    </a:cubicBezTo>
                    <a:cubicBezTo>
                      <a:pt x="3198" y="2230"/>
                      <a:pt x="3165" y="2239"/>
                      <a:pt x="3148" y="2232"/>
                    </a:cubicBezTo>
                    <a:cubicBezTo>
                      <a:pt x="3139" y="2229"/>
                      <a:pt x="3138" y="2218"/>
                      <a:pt x="3130" y="2214"/>
                    </a:cubicBezTo>
                    <a:cubicBezTo>
                      <a:pt x="3116" y="2207"/>
                      <a:pt x="3107" y="2207"/>
                      <a:pt x="3095" y="2199"/>
                    </a:cubicBezTo>
                    <a:cubicBezTo>
                      <a:pt x="3079" y="2189"/>
                      <a:pt x="3053" y="2165"/>
                      <a:pt x="3045" y="2147"/>
                    </a:cubicBezTo>
                    <a:cubicBezTo>
                      <a:pt x="3037" y="2131"/>
                      <a:pt x="3043" y="2130"/>
                      <a:pt x="3032" y="2117"/>
                    </a:cubicBezTo>
                    <a:cubicBezTo>
                      <a:pt x="3025" y="2109"/>
                      <a:pt x="3014" y="2102"/>
                      <a:pt x="3006" y="2095"/>
                    </a:cubicBezTo>
                    <a:cubicBezTo>
                      <a:pt x="2995" y="2085"/>
                      <a:pt x="2985" y="2078"/>
                      <a:pt x="2972" y="2069"/>
                    </a:cubicBezTo>
                    <a:cubicBezTo>
                      <a:pt x="2950" y="2055"/>
                      <a:pt x="2937" y="2024"/>
                      <a:pt x="2913" y="2015"/>
                    </a:cubicBezTo>
                    <a:cubicBezTo>
                      <a:pt x="2843" y="1990"/>
                      <a:pt x="2751" y="2072"/>
                      <a:pt x="2708" y="2114"/>
                    </a:cubicBezTo>
                    <a:cubicBezTo>
                      <a:pt x="2679" y="2143"/>
                      <a:pt x="2635" y="2167"/>
                      <a:pt x="2619" y="2204"/>
                    </a:cubicBezTo>
                    <a:cubicBezTo>
                      <a:pt x="2605" y="2236"/>
                      <a:pt x="2607" y="2273"/>
                      <a:pt x="2597" y="2306"/>
                    </a:cubicBezTo>
                    <a:cubicBezTo>
                      <a:pt x="2581" y="2356"/>
                      <a:pt x="2559" y="2397"/>
                      <a:pt x="2527" y="2438"/>
                    </a:cubicBezTo>
                    <a:cubicBezTo>
                      <a:pt x="2502" y="2470"/>
                      <a:pt x="2468" y="2515"/>
                      <a:pt x="2459" y="2556"/>
                    </a:cubicBezTo>
                    <a:cubicBezTo>
                      <a:pt x="2452" y="2586"/>
                      <a:pt x="2458" y="2626"/>
                      <a:pt x="2458" y="2657"/>
                    </a:cubicBezTo>
                    <a:cubicBezTo>
                      <a:pt x="2458" y="2693"/>
                      <a:pt x="2455" y="2722"/>
                      <a:pt x="2447" y="2756"/>
                    </a:cubicBezTo>
                    <a:cubicBezTo>
                      <a:pt x="2440" y="2788"/>
                      <a:pt x="2421" y="2817"/>
                      <a:pt x="2415" y="2848"/>
                    </a:cubicBezTo>
                    <a:cubicBezTo>
                      <a:pt x="2405" y="2894"/>
                      <a:pt x="2377" y="2921"/>
                      <a:pt x="2344" y="2956"/>
                    </a:cubicBezTo>
                    <a:cubicBezTo>
                      <a:pt x="2312" y="2990"/>
                      <a:pt x="2292" y="3048"/>
                      <a:pt x="2285" y="3094"/>
                    </a:cubicBezTo>
                    <a:cubicBezTo>
                      <a:pt x="2282" y="3114"/>
                      <a:pt x="2281" y="3134"/>
                      <a:pt x="2276" y="3154"/>
                    </a:cubicBezTo>
                    <a:cubicBezTo>
                      <a:pt x="2271" y="3175"/>
                      <a:pt x="2260" y="3193"/>
                      <a:pt x="2254" y="3213"/>
                    </a:cubicBezTo>
                    <a:cubicBezTo>
                      <a:pt x="2248" y="3237"/>
                      <a:pt x="2253" y="3259"/>
                      <a:pt x="2245" y="3283"/>
                    </a:cubicBezTo>
                    <a:cubicBezTo>
                      <a:pt x="2239" y="3300"/>
                      <a:pt x="2235" y="3326"/>
                      <a:pt x="2227" y="3342"/>
                    </a:cubicBezTo>
                    <a:cubicBezTo>
                      <a:pt x="2207" y="3380"/>
                      <a:pt x="2173" y="3399"/>
                      <a:pt x="2166" y="3443"/>
                    </a:cubicBezTo>
                    <a:cubicBezTo>
                      <a:pt x="2153" y="3530"/>
                      <a:pt x="2116" y="3609"/>
                      <a:pt x="2071" y="3689"/>
                    </a:cubicBezTo>
                    <a:cubicBezTo>
                      <a:pt x="2058" y="3712"/>
                      <a:pt x="2043" y="3735"/>
                      <a:pt x="2027" y="3758"/>
                    </a:cubicBezTo>
                    <a:cubicBezTo>
                      <a:pt x="2019" y="3770"/>
                      <a:pt x="2007" y="3774"/>
                      <a:pt x="1999" y="3785"/>
                    </a:cubicBezTo>
                    <a:cubicBezTo>
                      <a:pt x="1989" y="3797"/>
                      <a:pt x="1995" y="3807"/>
                      <a:pt x="1993" y="3821"/>
                    </a:cubicBezTo>
                    <a:cubicBezTo>
                      <a:pt x="1991" y="3837"/>
                      <a:pt x="1985" y="3855"/>
                      <a:pt x="1981" y="3870"/>
                    </a:cubicBezTo>
                    <a:cubicBezTo>
                      <a:pt x="1968" y="3920"/>
                      <a:pt x="1936" y="3969"/>
                      <a:pt x="1919" y="4018"/>
                    </a:cubicBezTo>
                    <a:cubicBezTo>
                      <a:pt x="1904" y="4060"/>
                      <a:pt x="1875" y="4081"/>
                      <a:pt x="1837" y="4104"/>
                    </a:cubicBezTo>
                    <a:cubicBezTo>
                      <a:pt x="1797" y="4128"/>
                      <a:pt x="1767" y="4157"/>
                      <a:pt x="1722" y="4174"/>
                    </a:cubicBezTo>
                    <a:cubicBezTo>
                      <a:pt x="1686" y="4188"/>
                      <a:pt x="1667" y="4182"/>
                      <a:pt x="1644" y="4158"/>
                    </a:cubicBezTo>
                    <a:cubicBezTo>
                      <a:pt x="1621" y="4132"/>
                      <a:pt x="1592" y="4110"/>
                      <a:pt x="1573" y="4082"/>
                    </a:cubicBezTo>
                    <a:cubicBezTo>
                      <a:pt x="1556" y="4057"/>
                      <a:pt x="1546" y="4030"/>
                      <a:pt x="1529" y="4005"/>
                    </a:cubicBezTo>
                    <a:cubicBezTo>
                      <a:pt x="1524" y="3997"/>
                      <a:pt x="1520" y="3982"/>
                      <a:pt x="1514" y="3976"/>
                    </a:cubicBezTo>
                    <a:cubicBezTo>
                      <a:pt x="1504" y="3964"/>
                      <a:pt x="1485" y="3952"/>
                      <a:pt x="1473" y="3940"/>
                    </a:cubicBezTo>
                    <a:cubicBezTo>
                      <a:pt x="1453" y="3921"/>
                      <a:pt x="1430" y="3917"/>
                      <a:pt x="1410" y="3897"/>
                    </a:cubicBezTo>
                    <a:cubicBezTo>
                      <a:pt x="1379" y="3867"/>
                      <a:pt x="1364" y="3819"/>
                      <a:pt x="1342" y="3785"/>
                    </a:cubicBezTo>
                    <a:cubicBezTo>
                      <a:pt x="1322" y="3755"/>
                      <a:pt x="1293" y="3728"/>
                      <a:pt x="1273" y="3697"/>
                    </a:cubicBezTo>
                    <a:cubicBezTo>
                      <a:pt x="1266" y="3685"/>
                      <a:pt x="1264" y="3672"/>
                      <a:pt x="1257" y="3659"/>
                    </a:cubicBezTo>
                    <a:cubicBezTo>
                      <a:pt x="1251" y="3649"/>
                      <a:pt x="1243" y="3640"/>
                      <a:pt x="1235" y="3632"/>
                    </a:cubicBezTo>
                    <a:cubicBezTo>
                      <a:pt x="1218" y="3615"/>
                      <a:pt x="1217" y="3610"/>
                      <a:pt x="1212" y="3584"/>
                    </a:cubicBezTo>
                    <a:cubicBezTo>
                      <a:pt x="1208" y="3568"/>
                      <a:pt x="1202" y="3555"/>
                      <a:pt x="1194" y="3540"/>
                    </a:cubicBezTo>
                    <a:cubicBezTo>
                      <a:pt x="1176" y="3508"/>
                      <a:pt x="1155" y="3506"/>
                      <a:pt x="1126" y="3489"/>
                    </a:cubicBezTo>
                    <a:cubicBezTo>
                      <a:pt x="1107" y="3478"/>
                      <a:pt x="1100" y="3466"/>
                      <a:pt x="1078" y="3459"/>
                    </a:cubicBezTo>
                    <a:cubicBezTo>
                      <a:pt x="1065" y="3455"/>
                      <a:pt x="1052" y="3448"/>
                      <a:pt x="1040" y="3445"/>
                    </a:cubicBezTo>
                    <a:cubicBezTo>
                      <a:pt x="1027" y="3442"/>
                      <a:pt x="1014" y="3445"/>
                      <a:pt x="1001" y="3442"/>
                    </a:cubicBezTo>
                    <a:cubicBezTo>
                      <a:pt x="977" y="3437"/>
                      <a:pt x="962" y="3421"/>
                      <a:pt x="936" y="3420"/>
                    </a:cubicBezTo>
                    <a:cubicBezTo>
                      <a:pt x="921" y="3420"/>
                      <a:pt x="902" y="3419"/>
                      <a:pt x="888" y="3421"/>
                    </a:cubicBezTo>
                    <a:cubicBezTo>
                      <a:pt x="872" y="3423"/>
                      <a:pt x="870" y="3429"/>
                      <a:pt x="856" y="3432"/>
                    </a:cubicBezTo>
                    <a:cubicBezTo>
                      <a:pt x="827" y="3441"/>
                      <a:pt x="787" y="3420"/>
                      <a:pt x="760" y="3434"/>
                    </a:cubicBezTo>
                    <a:cubicBezTo>
                      <a:pt x="759" y="3440"/>
                      <a:pt x="758" y="3446"/>
                      <a:pt x="756" y="3451"/>
                    </a:cubicBezTo>
                    <a:cubicBezTo>
                      <a:pt x="741" y="3452"/>
                      <a:pt x="723" y="3468"/>
                      <a:pt x="710" y="3475"/>
                    </a:cubicBezTo>
                    <a:cubicBezTo>
                      <a:pt x="692" y="3485"/>
                      <a:pt x="675" y="3495"/>
                      <a:pt x="658" y="3505"/>
                    </a:cubicBezTo>
                    <a:cubicBezTo>
                      <a:pt x="636" y="3518"/>
                      <a:pt x="626" y="3525"/>
                      <a:pt x="614" y="3549"/>
                    </a:cubicBezTo>
                    <a:cubicBezTo>
                      <a:pt x="612" y="3553"/>
                      <a:pt x="608" y="3564"/>
                      <a:pt x="606" y="3566"/>
                    </a:cubicBezTo>
                    <a:cubicBezTo>
                      <a:pt x="601" y="3571"/>
                      <a:pt x="593" y="3570"/>
                      <a:pt x="587" y="3574"/>
                    </a:cubicBezTo>
                    <a:cubicBezTo>
                      <a:pt x="573" y="3587"/>
                      <a:pt x="565" y="3608"/>
                      <a:pt x="551" y="3621"/>
                    </a:cubicBezTo>
                    <a:cubicBezTo>
                      <a:pt x="528" y="3645"/>
                      <a:pt x="521" y="3648"/>
                      <a:pt x="488" y="3654"/>
                    </a:cubicBezTo>
                    <a:cubicBezTo>
                      <a:pt x="459" y="3659"/>
                      <a:pt x="434" y="3659"/>
                      <a:pt x="405" y="3659"/>
                    </a:cubicBezTo>
                    <a:cubicBezTo>
                      <a:pt x="377" y="3660"/>
                      <a:pt x="369" y="3650"/>
                      <a:pt x="347" y="3637"/>
                    </a:cubicBezTo>
                    <a:cubicBezTo>
                      <a:pt x="326" y="3625"/>
                      <a:pt x="303" y="3632"/>
                      <a:pt x="282" y="3625"/>
                    </a:cubicBezTo>
                    <a:cubicBezTo>
                      <a:pt x="261" y="3619"/>
                      <a:pt x="243" y="3598"/>
                      <a:pt x="225" y="3586"/>
                    </a:cubicBezTo>
                    <a:cubicBezTo>
                      <a:pt x="203" y="3572"/>
                      <a:pt x="191" y="3566"/>
                      <a:pt x="181" y="3540"/>
                    </a:cubicBezTo>
                    <a:cubicBezTo>
                      <a:pt x="174" y="3522"/>
                      <a:pt x="170" y="3514"/>
                      <a:pt x="158" y="3501"/>
                    </a:cubicBezTo>
                    <a:cubicBezTo>
                      <a:pt x="147" y="3488"/>
                      <a:pt x="144" y="3477"/>
                      <a:pt x="136" y="3464"/>
                    </a:cubicBezTo>
                    <a:cubicBezTo>
                      <a:pt x="127" y="3451"/>
                      <a:pt x="114" y="3445"/>
                      <a:pt x="105" y="3432"/>
                    </a:cubicBezTo>
                    <a:cubicBezTo>
                      <a:pt x="93" y="3414"/>
                      <a:pt x="87" y="3378"/>
                      <a:pt x="65" y="3368"/>
                    </a:cubicBezTo>
                    <a:cubicBezTo>
                      <a:pt x="49" y="3361"/>
                      <a:pt x="19" y="3367"/>
                      <a:pt x="0" y="3367"/>
                    </a:cubicBezTo>
                    <a:lnTo>
                      <a:pt x="0" y="5579"/>
                    </a:lnTo>
                    <a:lnTo>
                      <a:pt x="7255" y="5579"/>
                    </a:lnTo>
                    <a:cubicBezTo>
                      <a:pt x="7256" y="5579"/>
                      <a:pt x="7237" y="-18"/>
                      <a:pt x="72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2" name="Google Shape;1597;p28"/>
              <p:cNvSpPr/>
              <p:nvPr/>
            </p:nvSpPr>
            <p:spPr>
              <a:xfrm>
                <a:off x="1398960" y="2050200"/>
                <a:ext cx="2229840" cy="1118520"/>
              </a:xfrm>
              <a:custGeom>
                <a:avLst/>
                <a:gdLst>
                  <a:gd name="textAreaLeft" fmla="*/ 0 w 2229840"/>
                  <a:gd name="textAreaRight" fmla="*/ 2230200 w 2229840"/>
                  <a:gd name="textAreaTop" fmla="*/ 0 h 1118520"/>
                  <a:gd name="textAreaBottom" fmla="*/ 1118880 h 1118520"/>
                </a:gdLst>
                <a:ahLst/>
                <a:cxnLst/>
                <a:rect l="textAreaLeft" t="textAreaTop" r="textAreaRight" b="textAreaBottom"/>
                <a:pathLst>
                  <a:path w="7117" h="3664">
                    <a:moveTo>
                      <a:pt x="0" y="396"/>
                    </a:moveTo>
                    <a:cubicBezTo>
                      <a:pt x="0" y="396"/>
                      <a:pt x="62" y="350"/>
                      <a:pt x="76" y="341"/>
                    </a:cubicBezTo>
                    <a:cubicBezTo>
                      <a:pt x="95" y="330"/>
                      <a:pt x="118" y="314"/>
                      <a:pt x="139" y="309"/>
                    </a:cubicBezTo>
                    <a:cubicBezTo>
                      <a:pt x="182" y="301"/>
                      <a:pt x="218" y="290"/>
                      <a:pt x="258" y="314"/>
                    </a:cubicBezTo>
                    <a:cubicBezTo>
                      <a:pt x="295" y="336"/>
                      <a:pt x="330" y="346"/>
                      <a:pt x="360" y="377"/>
                    </a:cubicBezTo>
                    <a:cubicBezTo>
                      <a:pt x="382" y="399"/>
                      <a:pt x="404" y="416"/>
                      <a:pt x="428" y="438"/>
                    </a:cubicBezTo>
                    <a:cubicBezTo>
                      <a:pt x="443" y="452"/>
                      <a:pt x="446" y="473"/>
                      <a:pt x="460" y="486"/>
                    </a:cubicBezTo>
                    <a:cubicBezTo>
                      <a:pt x="474" y="499"/>
                      <a:pt x="498" y="510"/>
                      <a:pt x="515" y="519"/>
                    </a:cubicBezTo>
                    <a:cubicBezTo>
                      <a:pt x="559" y="541"/>
                      <a:pt x="598" y="537"/>
                      <a:pt x="646" y="537"/>
                    </a:cubicBezTo>
                    <a:cubicBezTo>
                      <a:pt x="708" y="538"/>
                      <a:pt x="757" y="513"/>
                      <a:pt x="816" y="496"/>
                    </a:cubicBezTo>
                    <a:cubicBezTo>
                      <a:pt x="848" y="487"/>
                      <a:pt x="882" y="490"/>
                      <a:pt x="913" y="481"/>
                    </a:cubicBezTo>
                    <a:cubicBezTo>
                      <a:pt x="934" y="475"/>
                      <a:pt x="950" y="463"/>
                      <a:pt x="972" y="461"/>
                    </a:cubicBezTo>
                    <a:cubicBezTo>
                      <a:pt x="1008" y="458"/>
                      <a:pt x="1040" y="462"/>
                      <a:pt x="1071" y="479"/>
                    </a:cubicBezTo>
                    <a:cubicBezTo>
                      <a:pt x="1098" y="495"/>
                      <a:pt x="1105" y="507"/>
                      <a:pt x="1137" y="516"/>
                    </a:cubicBezTo>
                    <a:cubicBezTo>
                      <a:pt x="1151" y="520"/>
                      <a:pt x="1180" y="519"/>
                      <a:pt x="1192" y="528"/>
                    </a:cubicBezTo>
                    <a:cubicBezTo>
                      <a:pt x="1203" y="538"/>
                      <a:pt x="1214" y="568"/>
                      <a:pt x="1224" y="582"/>
                    </a:cubicBezTo>
                    <a:cubicBezTo>
                      <a:pt x="1230" y="590"/>
                      <a:pt x="1237" y="600"/>
                      <a:pt x="1244" y="609"/>
                    </a:cubicBezTo>
                    <a:cubicBezTo>
                      <a:pt x="1259" y="626"/>
                      <a:pt x="1270" y="645"/>
                      <a:pt x="1278" y="665"/>
                    </a:cubicBezTo>
                    <a:cubicBezTo>
                      <a:pt x="1287" y="691"/>
                      <a:pt x="1290" y="701"/>
                      <a:pt x="1310" y="719"/>
                    </a:cubicBezTo>
                    <a:cubicBezTo>
                      <a:pt x="1315" y="723"/>
                      <a:pt x="1327" y="731"/>
                      <a:pt x="1330" y="736"/>
                    </a:cubicBezTo>
                    <a:cubicBezTo>
                      <a:pt x="1333" y="741"/>
                      <a:pt x="1331" y="751"/>
                      <a:pt x="1334" y="755"/>
                    </a:cubicBezTo>
                    <a:cubicBezTo>
                      <a:pt x="1350" y="777"/>
                      <a:pt x="1375" y="780"/>
                      <a:pt x="1397" y="793"/>
                    </a:cubicBezTo>
                    <a:cubicBezTo>
                      <a:pt x="1418" y="805"/>
                      <a:pt x="1444" y="811"/>
                      <a:pt x="1464" y="823"/>
                    </a:cubicBezTo>
                    <a:cubicBezTo>
                      <a:pt x="1487" y="837"/>
                      <a:pt x="1506" y="864"/>
                      <a:pt x="1520" y="886"/>
                    </a:cubicBezTo>
                    <a:cubicBezTo>
                      <a:pt x="1529" y="902"/>
                      <a:pt x="1545" y="914"/>
                      <a:pt x="1553" y="930"/>
                    </a:cubicBezTo>
                    <a:cubicBezTo>
                      <a:pt x="1568" y="955"/>
                      <a:pt x="1562" y="962"/>
                      <a:pt x="1585" y="984"/>
                    </a:cubicBezTo>
                    <a:cubicBezTo>
                      <a:pt x="1625" y="1021"/>
                      <a:pt x="1660" y="1062"/>
                      <a:pt x="1693" y="1103"/>
                    </a:cubicBezTo>
                    <a:cubicBezTo>
                      <a:pt x="1715" y="1130"/>
                      <a:pt x="1744" y="1137"/>
                      <a:pt x="1767" y="1160"/>
                    </a:cubicBezTo>
                    <a:cubicBezTo>
                      <a:pt x="1783" y="1174"/>
                      <a:pt x="1794" y="1197"/>
                      <a:pt x="1806" y="1215"/>
                    </a:cubicBezTo>
                    <a:cubicBezTo>
                      <a:pt x="1830" y="1251"/>
                      <a:pt x="1839" y="1290"/>
                      <a:pt x="1874" y="1313"/>
                    </a:cubicBezTo>
                    <a:cubicBezTo>
                      <a:pt x="1889" y="1322"/>
                      <a:pt x="1903" y="1335"/>
                      <a:pt x="1920" y="1341"/>
                    </a:cubicBezTo>
                    <a:cubicBezTo>
                      <a:pt x="1939" y="1346"/>
                      <a:pt x="1957" y="1342"/>
                      <a:pt x="1975" y="1350"/>
                    </a:cubicBezTo>
                    <a:cubicBezTo>
                      <a:pt x="1996" y="1360"/>
                      <a:pt x="2001" y="1377"/>
                      <a:pt x="2018" y="1389"/>
                    </a:cubicBezTo>
                    <a:cubicBezTo>
                      <a:pt x="2035" y="1402"/>
                      <a:pt x="2059" y="1413"/>
                      <a:pt x="2079" y="1422"/>
                    </a:cubicBezTo>
                    <a:cubicBezTo>
                      <a:pt x="2121" y="1441"/>
                      <a:pt x="2158" y="1458"/>
                      <a:pt x="2204" y="1468"/>
                    </a:cubicBezTo>
                    <a:cubicBezTo>
                      <a:pt x="2233" y="1474"/>
                      <a:pt x="2263" y="1483"/>
                      <a:pt x="2293" y="1485"/>
                    </a:cubicBezTo>
                    <a:cubicBezTo>
                      <a:pt x="2321" y="1487"/>
                      <a:pt x="2344" y="1483"/>
                      <a:pt x="2370" y="1477"/>
                    </a:cubicBezTo>
                    <a:cubicBezTo>
                      <a:pt x="2422" y="1466"/>
                      <a:pt x="2475" y="1454"/>
                      <a:pt x="2526" y="1440"/>
                    </a:cubicBezTo>
                    <a:cubicBezTo>
                      <a:pt x="2587" y="1422"/>
                      <a:pt x="2651" y="1406"/>
                      <a:pt x="2712" y="1386"/>
                    </a:cubicBezTo>
                    <a:cubicBezTo>
                      <a:pt x="2747" y="1374"/>
                      <a:pt x="2761" y="1370"/>
                      <a:pt x="2788" y="1346"/>
                    </a:cubicBezTo>
                    <a:cubicBezTo>
                      <a:pt x="2856" y="1287"/>
                      <a:pt x="2944" y="1254"/>
                      <a:pt x="3010" y="1191"/>
                    </a:cubicBezTo>
                    <a:cubicBezTo>
                      <a:pt x="3032" y="1170"/>
                      <a:pt x="3036" y="1161"/>
                      <a:pt x="3067" y="1158"/>
                    </a:cubicBezTo>
                    <a:cubicBezTo>
                      <a:pt x="3106" y="1155"/>
                      <a:pt x="3130" y="1150"/>
                      <a:pt x="3164" y="1127"/>
                    </a:cubicBezTo>
                    <a:cubicBezTo>
                      <a:pt x="3206" y="1097"/>
                      <a:pt x="3262" y="1082"/>
                      <a:pt x="3299" y="1045"/>
                    </a:cubicBezTo>
                    <a:cubicBezTo>
                      <a:pt x="3332" y="1013"/>
                      <a:pt x="3362" y="965"/>
                      <a:pt x="3372" y="919"/>
                    </a:cubicBezTo>
                    <a:cubicBezTo>
                      <a:pt x="3387" y="852"/>
                      <a:pt x="3434" y="805"/>
                      <a:pt x="3500" y="785"/>
                    </a:cubicBezTo>
                    <a:cubicBezTo>
                      <a:pt x="3534" y="774"/>
                      <a:pt x="3571" y="778"/>
                      <a:pt x="3606" y="770"/>
                    </a:cubicBezTo>
                    <a:cubicBezTo>
                      <a:pt x="3656" y="757"/>
                      <a:pt x="3703" y="730"/>
                      <a:pt x="3750" y="710"/>
                    </a:cubicBezTo>
                    <a:cubicBezTo>
                      <a:pt x="3804" y="687"/>
                      <a:pt x="3848" y="643"/>
                      <a:pt x="3903" y="627"/>
                    </a:cubicBezTo>
                    <a:cubicBezTo>
                      <a:pt x="3932" y="618"/>
                      <a:pt x="3961" y="613"/>
                      <a:pt x="3991" y="613"/>
                    </a:cubicBezTo>
                    <a:cubicBezTo>
                      <a:pt x="4036" y="613"/>
                      <a:pt x="4057" y="628"/>
                      <a:pt x="4094" y="655"/>
                    </a:cubicBezTo>
                    <a:cubicBezTo>
                      <a:pt x="4127" y="678"/>
                      <a:pt x="4158" y="692"/>
                      <a:pt x="4196" y="704"/>
                    </a:cubicBezTo>
                    <a:cubicBezTo>
                      <a:pt x="4215" y="710"/>
                      <a:pt x="4230" y="710"/>
                      <a:pt x="4243" y="722"/>
                    </a:cubicBezTo>
                    <a:cubicBezTo>
                      <a:pt x="4273" y="748"/>
                      <a:pt x="4291" y="778"/>
                      <a:pt x="4333" y="792"/>
                    </a:cubicBezTo>
                    <a:cubicBezTo>
                      <a:pt x="4361" y="801"/>
                      <a:pt x="4389" y="798"/>
                      <a:pt x="4416" y="811"/>
                    </a:cubicBezTo>
                    <a:cubicBezTo>
                      <a:pt x="4436" y="820"/>
                      <a:pt x="4455" y="838"/>
                      <a:pt x="4471" y="853"/>
                    </a:cubicBezTo>
                    <a:cubicBezTo>
                      <a:pt x="4504" y="887"/>
                      <a:pt x="4536" y="936"/>
                      <a:pt x="4578" y="958"/>
                    </a:cubicBezTo>
                    <a:cubicBezTo>
                      <a:pt x="4625" y="982"/>
                      <a:pt x="4664" y="979"/>
                      <a:pt x="4708" y="953"/>
                    </a:cubicBezTo>
                    <a:cubicBezTo>
                      <a:pt x="4779" y="912"/>
                      <a:pt x="4855" y="868"/>
                      <a:pt x="4913" y="809"/>
                    </a:cubicBezTo>
                    <a:cubicBezTo>
                      <a:pt x="4980" y="742"/>
                      <a:pt x="5021" y="660"/>
                      <a:pt x="5108" y="613"/>
                    </a:cubicBezTo>
                    <a:cubicBezTo>
                      <a:pt x="5158" y="586"/>
                      <a:pt x="5217" y="513"/>
                      <a:pt x="5278" y="526"/>
                    </a:cubicBezTo>
                    <a:cubicBezTo>
                      <a:pt x="5308" y="532"/>
                      <a:pt x="5328" y="559"/>
                      <a:pt x="5361" y="560"/>
                    </a:cubicBezTo>
                    <a:cubicBezTo>
                      <a:pt x="5378" y="561"/>
                      <a:pt x="5386" y="556"/>
                      <a:pt x="5401" y="549"/>
                    </a:cubicBezTo>
                    <a:cubicBezTo>
                      <a:pt x="5459" y="522"/>
                      <a:pt x="5511" y="481"/>
                      <a:pt x="5564" y="446"/>
                    </a:cubicBezTo>
                    <a:cubicBezTo>
                      <a:pt x="5608" y="417"/>
                      <a:pt x="5652" y="385"/>
                      <a:pt x="5699" y="360"/>
                    </a:cubicBezTo>
                    <a:cubicBezTo>
                      <a:pt x="5746" y="334"/>
                      <a:pt x="5792" y="312"/>
                      <a:pt x="5834" y="277"/>
                    </a:cubicBezTo>
                    <a:cubicBezTo>
                      <a:pt x="5943" y="187"/>
                      <a:pt x="6063" y="96"/>
                      <a:pt x="6195" y="43"/>
                    </a:cubicBezTo>
                    <a:cubicBezTo>
                      <a:pt x="6262" y="15"/>
                      <a:pt x="6337" y="5"/>
                      <a:pt x="6409" y="3"/>
                    </a:cubicBezTo>
                    <a:cubicBezTo>
                      <a:pt x="6476" y="0"/>
                      <a:pt x="6555" y="-7"/>
                      <a:pt x="6607" y="44"/>
                    </a:cubicBezTo>
                    <a:cubicBezTo>
                      <a:pt x="6666" y="103"/>
                      <a:pt x="6710" y="177"/>
                      <a:pt x="6770" y="235"/>
                    </a:cubicBezTo>
                    <a:cubicBezTo>
                      <a:pt x="6792" y="257"/>
                      <a:pt x="6817" y="261"/>
                      <a:pt x="6848" y="252"/>
                    </a:cubicBezTo>
                    <a:cubicBezTo>
                      <a:pt x="6864" y="248"/>
                      <a:pt x="6879" y="237"/>
                      <a:pt x="6897" y="232"/>
                    </a:cubicBezTo>
                    <a:cubicBezTo>
                      <a:pt x="6913" y="228"/>
                      <a:pt x="6930" y="226"/>
                      <a:pt x="6946" y="222"/>
                    </a:cubicBezTo>
                    <a:cubicBezTo>
                      <a:pt x="6987" y="211"/>
                      <a:pt x="7080" y="174"/>
                      <a:pt x="7117" y="211"/>
                    </a:cubicBezTo>
                    <a:lnTo>
                      <a:pt x="7117" y="3664"/>
                    </a:lnTo>
                    <a:lnTo>
                      <a:pt x="0" y="3664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3" name="Google Shape;1598;p28"/>
              <p:cNvSpPr/>
              <p:nvPr/>
            </p:nvSpPr>
            <p:spPr>
              <a:xfrm>
                <a:off x="1402920" y="2036160"/>
                <a:ext cx="2229840" cy="474840"/>
              </a:xfrm>
              <a:custGeom>
                <a:avLst/>
                <a:gdLst>
                  <a:gd name="textAreaLeft" fmla="*/ 0 w 2229840"/>
                  <a:gd name="textAreaRight" fmla="*/ 2230200 w 2229840"/>
                  <a:gd name="textAreaTop" fmla="*/ 0 h 474840"/>
                  <a:gd name="textAreaBottom" fmla="*/ 475200 h 474840"/>
                </a:gdLst>
                <a:ahLst/>
                <a:cxnLst/>
                <a:rect l="textAreaLeft" t="textAreaTop" r="textAreaRight" b="textAreaBottom"/>
                <a:pathLst>
                  <a:path w="7165" h="1556">
                    <a:moveTo>
                      <a:pt x="2330" y="1556"/>
                    </a:moveTo>
                    <a:cubicBezTo>
                      <a:pt x="2324" y="1556"/>
                      <a:pt x="2319" y="1556"/>
                      <a:pt x="2313" y="1555"/>
                    </a:cubicBezTo>
                    <a:cubicBezTo>
                      <a:pt x="2287" y="1553"/>
                      <a:pt x="2261" y="1547"/>
                      <a:pt x="2237" y="1541"/>
                    </a:cubicBezTo>
                    <a:cubicBezTo>
                      <a:pt x="2231" y="1540"/>
                      <a:pt x="2225" y="1539"/>
                      <a:pt x="2219" y="1537"/>
                    </a:cubicBezTo>
                    <a:cubicBezTo>
                      <a:pt x="2171" y="1527"/>
                      <a:pt x="2132" y="1509"/>
                      <a:pt x="2091" y="1491"/>
                    </a:cubicBezTo>
                    <a:lnTo>
                      <a:pt x="2087" y="1489"/>
                    </a:lnTo>
                    <a:cubicBezTo>
                      <a:pt x="2065" y="1479"/>
                      <a:pt x="2039" y="1467"/>
                      <a:pt x="2019" y="1452"/>
                    </a:cubicBezTo>
                    <a:cubicBezTo>
                      <a:pt x="2009" y="1445"/>
                      <a:pt x="2002" y="1437"/>
                      <a:pt x="1997" y="1430"/>
                    </a:cubicBezTo>
                    <a:cubicBezTo>
                      <a:pt x="1991" y="1423"/>
                      <a:pt x="1988" y="1420"/>
                      <a:pt x="1983" y="1417"/>
                    </a:cubicBezTo>
                    <a:cubicBezTo>
                      <a:pt x="1979" y="1415"/>
                      <a:pt x="1973" y="1415"/>
                      <a:pt x="1964" y="1414"/>
                    </a:cubicBezTo>
                    <a:cubicBezTo>
                      <a:pt x="1955" y="1414"/>
                      <a:pt x="1944" y="1413"/>
                      <a:pt x="1932" y="1409"/>
                    </a:cubicBezTo>
                    <a:cubicBezTo>
                      <a:pt x="1914" y="1404"/>
                      <a:pt x="1900" y="1393"/>
                      <a:pt x="1888" y="1385"/>
                    </a:cubicBezTo>
                    <a:cubicBezTo>
                      <a:pt x="1884" y="1382"/>
                      <a:pt x="1881" y="1379"/>
                      <a:pt x="1877" y="1377"/>
                    </a:cubicBezTo>
                    <a:cubicBezTo>
                      <a:pt x="1845" y="1356"/>
                      <a:pt x="1830" y="1326"/>
                      <a:pt x="1816" y="1300"/>
                    </a:cubicBezTo>
                    <a:cubicBezTo>
                      <a:pt x="1811" y="1289"/>
                      <a:pt x="1805" y="1279"/>
                      <a:pt x="1799" y="1269"/>
                    </a:cubicBezTo>
                    <a:cubicBezTo>
                      <a:pt x="1795" y="1264"/>
                      <a:pt x="1792" y="1259"/>
                      <a:pt x="1789" y="1253"/>
                    </a:cubicBezTo>
                    <a:cubicBezTo>
                      <a:pt x="1781" y="1240"/>
                      <a:pt x="1773" y="1227"/>
                      <a:pt x="1765" y="1220"/>
                    </a:cubicBezTo>
                    <a:cubicBezTo>
                      <a:pt x="1758" y="1213"/>
                      <a:pt x="1749" y="1207"/>
                      <a:pt x="1739" y="1201"/>
                    </a:cubicBezTo>
                    <a:cubicBezTo>
                      <a:pt x="1723" y="1191"/>
                      <a:pt x="1704" y="1180"/>
                      <a:pt x="1688" y="1160"/>
                    </a:cubicBezTo>
                    <a:cubicBezTo>
                      <a:pt x="1659" y="1124"/>
                      <a:pt x="1624" y="1082"/>
                      <a:pt x="1584" y="1045"/>
                    </a:cubicBezTo>
                    <a:cubicBezTo>
                      <a:pt x="1564" y="1027"/>
                      <a:pt x="1558" y="1014"/>
                      <a:pt x="1552" y="998"/>
                    </a:cubicBezTo>
                    <a:cubicBezTo>
                      <a:pt x="1550" y="993"/>
                      <a:pt x="1549" y="988"/>
                      <a:pt x="1545" y="982"/>
                    </a:cubicBezTo>
                    <a:cubicBezTo>
                      <a:pt x="1542" y="977"/>
                      <a:pt x="1537" y="971"/>
                      <a:pt x="1532" y="965"/>
                    </a:cubicBezTo>
                    <a:cubicBezTo>
                      <a:pt x="1526" y="958"/>
                      <a:pt x="1518" y="950"/>
                      <a:pt x="1512" y="939"/>
                    </a:cubicBezTo>
                    <a:cubicBezTo>
                      <a:pt x="1498" y="915"/>
                      <a:pt x="1481" y="897"/>
                      <a:pt x="1468" y="888"/>
                    </a:cubicBezTo>
                    <a:cubicBezTo>
                      <a:pt x="1460" y="884"/>
                      <a:pt x="1450" y="880"/>
                      <a:pt x="1440" y="876"/>
                    </a:cubicBezTo>
                    <a:cubicBezTo>
                      <a:pt x="1428" y="871"/>
                      <a:pt x="1415" y="866"/>
                      <a:pt x="1402" y="859"/>
                    </a:cubicBezTo>
                    <a:cubicBezTo>
                      <a:pt x="1396" y="855"/>
                      <a:pt x="1390" y="853"/>
                      <a:pt x="1383" y="850"/>
                    </a:cubicBezTo>
                    <a:cubicBezTo>
                      <a:pt x="1366" y="843"/>
                      <a:pt x="1344" y="834"/>
                      <a:pt x="1328" y="811"/>
                    </a:cubicBezTo>
                    <a:cubicBezTo>
                      <a:pt x="1322" y="803"/>
                      <a:pt x="1320" y="795"/>
                      <a:pt x="1319" y="788"/>
                    </a:cubicBezTo>
                    <a:cubicBezTo>
                      <a:pt x="1318" y="787"/>
                      <a:pt x="1317" y="787"/>
                      <a:pt x="1316" y="786"/>
                    </a:cubicBezTo>
                    <a:cubicBezTo>
                      <a:pt x="1313" y="784"/>
                      <a:pt x="1311" y="781"/>
                      <a:pt x="1309" y="780"/>
                    </a:cubicBezTo>
                    <a:cubicBezTo>
                      <a:pt x="1283" y="756"/>
                      <a:pt x="1277" y="740"/>
                      <a:pt x="1268" y="715"/>
                    </a:cubicBezTo>
                    <a:lnTo>
                      <a:pt x="1267" y="712"/>
                    </a:lnTo>
                    <a:cubicBezTo>
                      <a:pt x="1261" y="696"/>
                      <a:pt x="1252" y="681"/>
                      <a:pt x="1240" y="667"/>
                    </a:cubicBezTo>
                    <a:cubicBezTo>
                      <a:pt x="1234" y="659"/>
                      <a:pt x="1228" y="652"/>
                      <a:pt x="1223" y="645"/>
                    </a:cubicBezTo>
                    <a:cubicBezTo>
                      <a:pt x="1222" y="643"/>
                      <a:pt x="1220" y="640"/>
                      <a:pt x="1218" y="638"/>
                    </a:cubicBezTo>
                    <a:cubicBezTo>
                      <a:pt x="1212" y="630"/>
                      <a:pt x="1207" y="620"/>
                      <a:pt x="1202" y="610"/>
                    </a:cubicBezTo>
                    <a:cubicBezTo>
                      <a:pt x="1199" y="605"/>
                      <a:pt x="1195" y="596"/>
                      <a:pt x="1192" y="592"/>
                    </a:cubicBezTo>
                    <a:cubicBezTo>
                      <a:pt x="1188" y="591"/>
                      <a:pt x="1179" y="590"/>
                      <a:pt x="1174" y="589"/>
                    </a:cubicBezTo>
                    <a:cubicBezTo>
                      <a:pt x="1166" y="588"/>
                      <a:pt x="1157" y="587"/>
                      <a:pt x="1149" y="585"/>
                    </a:cubicBezTo>
                    <a:cubicBezTo>
                      <a:pt x="1123" y="577"/>
                      <a:pt x="1109" y="567"/>
                      <a:pt x="1095" y="558"/>
                    </a:cubicBezTo>
                    <a:cubicBezTo>
                      <a:pt x="1089" y="554"/>
                      <a:pt x="1083" y="550"/>
                      <a:pt x="1076" y="545"/>
                    </a:cubicBezTo>
                    <a:cubicBezTo>
                      <a:pt x="1054" y="533"/>
                      <a:pt x="1030" y="529"/>
                      <a:pt x="997" y="531"/>
                    </a:cubicBezTo>
                    <a:cubicBezTo>
                      <a:pt x="990" y="532"/>
                      <a:pt x="982" y="535"/>
                      <a:pt x="973" y="539"/>
                    </a:cubicBezTo>
                    <a:cubicBezTo>
                      <a:pt x="965" y="543"/>
                      <a:pt x="956" y="547"/>
                      <a:pt x="945" y="550"/>
                    </a:cubicBezTo>
                    <a:cubicBezTo>
                      <a:pt x="927" y="555"/>
                      <a:pt x="909" y="557"/>
                      <a:pt x="892" y="558"/>
                    </a:cubicBezTo>
                    <a:cubicBezTo>
                      <a:pt x="876" y="560"/>
                      <a:pt x="861" y="561"/>
                      <a:pt x="848" y="565"/>
                    </a:cubicBezTo>
                    <a:cubicBezTo>
                      <a:pt x="833" y="570"/>
                      <a:pt x="818" y="575"/>
                      <a:pt x="804" y="579"/>
                    </a:cubicBezTo>
                    <a:cubicBezTo>
                      <a:pt x="762" y="593"/>
                      <a:pt x="720" y="608"/>
                      <a:pt x="669" y="608"/>
                    </a:cubicBezTo>
                    <a:cubicBezTo>
                      <a:pt x="668" y="608"/>
                      <a:pt x="667" y="608"/>
                      <a:pt x="665" y="608"/>
                    </a:cubicBezTo>
                    <a:cubicBezTo>
                      <a:pt x="660" y="608"/>
                      <a:pt x="656" y="608"/>
                      <a:pt x="651" y="608"/>
                    </a:cubicBezTo>
                    <a:cubicBezTo>
                      <a:pt x="608" y="608"/>
                      <a:pt x="568" y="608"/>
                      <a:pt x="522" y="585"/>
                    </a:cubicBezTo>
                    <a:lnTo>
                      <a:pt x="515" y="582"/>
                    </a:lnTo>
                    <a:cubicBezTo>
                      <a:pt x="497" y="573"/>
                      <a:pt x="475" y="562"/>
                      <a:pt x="459" y="547"/>
                    </a:cubicBezTo>
                    <a:cubicBezTo>
                      <a:pt x="447" y="537"/>
                      <a:pt x="440" y="524"/>
                      <a:pt x="435" y="514"/>
                    </a:cubicBezTo>
                    <a:cubicBezTo>
                      <a:pt x="432" y="508"/>
                      <a:pt x="429" y="502"/>
                      <a:pt x="426" y="499"/>
                    </a:cubicBezTo>
                    <a:cubicBezTo>
                      <a:pt x="417" y="491"/>
                      <a:pt x="408" y="483"/>
                      <a:pt x="400" y="476"/>
                    </a:cubicBezTo>
                    <a:cubicBezTo>
                      <a:pt x="386" y="464"/>
                      <a:pt x="371" y="451"/>
                      <a:pt x="357" y="437"/>
                    </a:cubicBezTo>
                    <a:cubicBezTo>
                      <a:pt x="340" y="420"/>
                      <a:pt x="321" y="410"/>
                      <a:pt x="299" y="399"/>
                    </a:cubicBezTo>
                    <a:cubicBezTo>
                      <a:pt x="287" y="393"/>
                      <a:pt x="275" y="387"/>
                      <a:pt x="263" y="379"/>
                    </a:cubicBezTo>
                    <a:cubicBezTo>
                      <a:pt x="240" y="366"/>
                      <a:pt x="220" y="369"/>
                      <a:pt x="183" y="376"/>
                    </a:cubicBezTo>
                    <a:cubicBezTo>
                      <a:pt x="178" y="377"/>
                      <a:pt x="173" y="378"/>
                      <a:pt x="168" y="379"/>
                    </a:cubicBezTo>
                    <a:cubicBezTo>
                      <a:pt x="156" y="382"/>
                      <a:pt x="138" y="393"/>
                      <a:pt x="124" y="402"/>
                    </a:cubicBezTo>
                    <a:lnTo>
                      <a:pt x="118" y="406"/>
                    </a:lnTo>
                    <a:cubicBezTo>
                      <a:pt x="114" y="408"/>
                      <a:pt x="110" y="411"/>
                      <a:pt x="105" y="413"/>
                    </a:cubicBezTo>
                    <a:cubicBezTo>
                      <a:pt x="97" y="418"/>
                      <a:pt x="74" y="431"/>
                      <a:pt x="69" y="437"/>
                    </a:cubicBezTo>
                    <a:cubicBezTo>
                      <a:pt x="70" y="436"/>
                      <a:pt x="72" y="432"/>
                      <a:pt x="71" y="427"/>
                    </a:cubicBezTo>
                    <a:lnTo>
                      <a:pt x="1" y="435"/>
                    </a:lnTo>
                    <a:cubicBezTo>
                      <a:pt x="-4" y="393"/>
                      <a:pt x="41" y="368"/>
                      <a:pt x="71" y="351"/>
                    </a:cubicBezTo>
                    <a:cubicBezTo>
                      <a:pt x="74" y="349"/>
                      <a:pt x="78" y="348"/>
                      <a:pt x="80" y="346"/>
                    </a:cubicBezTo>
                    <a:lnTo>
                      <a:pt x="86" y="342"/>
                    </a:lnTo>
                    <a:cubicBezTo>
                      <a:pt x="105" y="330"/>
                      <a:pt x="129" y="315"/>
                      <a:pt x="155" y="310"/>
                    </a:cubicBezTo>
                    <a:cubicBezTo>
                      <a:pt x="160" y="309"/>
                      <a:pt x="164" y="308"/>
                      <a:pt x="169" y="307"/>
                    </a:cubicBezTo>
                    <a:cubicBezTo>
                      <a:pt x="208" y="299"/>
                      <a:pt x="252" y="290"/>
                      <a:pt x="299" y="318"/>
                    </a:cubicBezTo>
                    <a:cubicBezTo>
                      <a:pt x="310" y="325"/>
                      <a:pt x="321" y="330"/>
                      <a:pt x="331" y="335"/>
                    </a:cubicBezTo>
                    <a:cubicBezTo>
                      <a:pt x="357" y="348"/>
                      <a:pt x="383" y="362"/>
                      <a:pt x="407" y="387"/>
                    </a:cubicBezTo>
                    <a:cubicBezTo>
                      <a:pt x="420" y="400"/>
                      <a:pt x="433" y="411"/>
                      <a:pt x="446" y="422"/>
                    </a:cubicBezTo>
                    <a:cubicBezTo>
                      <a:pt x="455" y="430"/>
                      <a:pt x="465" y="438"/>
                      <a:pt x="474" y="447"/>
                    </a:cubicBezTo>
                    <a:cubicBezTo>
                      <a:pt x="487" y="458"/>
                      <a:pt x="493" y="471"/>
                      <a:pt x="498" y="481"/>
                    </a:cubicBezTo>
                    <a:cubicBezTo>
                      <a:pt x="501" y="487"/>
                      <a:pt x="504" y="493"/>
                      <a:pt x="506" y="495"/>
                    </a:cubicBezTo>
                    <a:cubicBezTo>
                      <a:pt x="515" y="503"/>
                      <a:pt x="534" y="512"/>
                      <a:pt x="547" y="519"/>
                    </a:cubicBezTo>
                    <a:lnTo>
                      <a:pt x="554" y="522"/>
                    </a:lnTo>
                    <a:cubicBezTo>
                      <a:pt x="584" y="537"/>
                      <a:pt x="612" y="537"/>
                      <a:pt x="651" y="537"/>
                    </a:cubicBezTo>
                    <a:cubicBezTo>
                      <a:pt x="657" y="537"/>
                      <a:pt x="663" y="537"/>
                      <a:pt x="669" y="537"/>
                    </a:cubicBezTo>
                    <a:lnTo>
                      <a:pt x="669" y="537"/>
                    </a:lnTo>
                    <a:cubicBezTo>
                      <a:pt x="708" y="537"/>
                      <a:pt x="742" y="525"/>
                      <a:pt x="781" y="512"/>
                    </a:cubicBezTo>
                    <a:cubicBezTo>
                      <a:pt x="796" y="507"/>
                      <a:pt x="812" y="502"/>
                      <a:pt x="828" y="497"/>
                    </a:cubicBezTo>
                    <a:cubicBezTo>
                      <a:pt x="848" y="491"/>
                      <a:pt x="868" y="489"/>
                      <a:pt x="885" y="488"/>
                    </a:cubicBezTo>
                    <a:cubicBezTo>
                      <a:pt x="900" y="486"/>
                      <a:pt x="914" y="485"/>
                      <a:pt x="926" y="482"/>
                    </a:cubicBezTo>
                    <a:cubicBezTo>
                      <a:pt x="932" y="480"/>
                      <a:pt x="938" y="477"/>
                      <a:pt x="944" y="474"/>
                    </a:cubicBezTo>
                    <a:cubicBezTo>
                      <a:pt x="957" y="469"/>
                      <a:pt x="972" y="462"/>
                      <a:pt x="992" y="460"/>
                    </a:cubicBezTo>
                    <a:cubicBezTo>
                      <a:pt x="1039" y="457"/>
                      <a:pt x="1077" y="464"/>
                      <a:pt x="1111" y="484"/>
                    </a:cubicBezTo>
                    <a:cubicBezTo>
                      <a:pt x="1122" y="490"/>
                      <a:pt x="1130" y="495"/>
                      <a:pt x="1136" y="500"/>
                    </a:cubicBezTo>
                    <a:cubicBezTo>
                      <a:pt x="1148" y="508"/>
                      <a:pt x="1154" y="512"/>
                      <a:pt x="1169" y="517"/>
                    </a:cubicBezTo>
                    <a:cubicBezTo>
                      <a:pt x="1172" y="517"/>
                      <a:pt x="1178" y="518"/>
                      <a:pt x="1183" y="519"/>
                    </a:cubicBezTo>
                    <a:cubicBezTo>
                      <a:pt x="1201" y="521"/>
                      <a:pt x="1221" y="524"/>
                      <a:pt x="1236" y="536"/>
                    </a:cubicBezTo>
                    <a:cubicBezTo>
                      <a:pt x="1249" y="546"/>
                      <a:pt x="1257" y="562"/>
                      <a:pt x="1265" y="578"/>
                    </a:cubicBezTo>
                    <a:cubicBezTo>
                      <a:pt x="1268" y="584"/>
                      <a:pt x="1272" y="592"/>
                      <a:pt x="1275" y="595"/>
                    </a:cubicBezTo>
                    <a:cubicBezTo>
                      <a:pt x="1277" y="598"/>
                      <a:pt x="1279" y="601"/>
                      <a:pt x="1281" y="604"/>
                    </a:cubicBezTo>
                    <a:cubicBezTo>
                      <a:pt x="1285" y="610"/>
                      <a:pt x="1289" y="615"/>
                      <a:pt x="1294" y="621"/>
                    </a:cubicBezTo>
                    <a:cubicBezTo>
                      <a:pt x="1312" y="642"/>
                      <a:pt x="1325" y="664"/>
                      <a:pt x="1334" y="688"/>
                    </a:cubicBezTo>
                    <a:lnTo>
                      <a:pt x="1335" y="691"/>
                    </a:lnTo>
                    <a:cubicBezTo>
                      <a:pt x="1342" y="713"/>
                      <a:pt x="1343" y="716"/>
                      <a:pt x="1356" y="727"/>
                    </a:cubicBezTo>
                    <a:cubicBezTo>
                      <a:pt x="1357" y="728"/>
                      <a:pt x="1359" y="729"/>
                      <a:pt x="1361" y="731"/>
                    </a:cubicBezTo>
                    <a:cubicBezTo>
                      <a:pt x="1370" y="738"/>
                      <a:pt x="1377" y="744"/>
                      <a:pt x="1381" y="750"/>
                    </a:cubicBezTo>
                    <a:cubicBezTo>
                      <a:pt x="1387" y="759"/>
                      <a:pt x="1389" y="768"/>
                      <a:pt x="1390" y="774"/>
                    </a:cubicBezTo>
                    <a:cubicBezTo>
                      <a:pt x="1394" y="778"/>
                      <a:pt x="1401" y="780"/>
                      <a:pt x="1410" y="784"/>
                    </a:cubicBezTo>
                    <a:cubicBezTo>
                      <a:pt x="1419" y="788"/>
                      <a:pt x="1428" y="792"/>
                      <a:pt x="1438" y="798"/>
                    </a:cubicBezTo>
                    <a:cubicBezTo>
                      <a:pt x="1446" y="802"/>
                      <a:pt x="1455" y="806"/>
                      <a:pt x="1465" y="810"/>
                    </a:cubicBezTo>
                    <a:cubicBezTo>
                      <a:pt x="1479" y="815"/>
                      <a:pt x="1492" y="820"/>
                      <a:pt x="1505" y="828"/>
                    </a:cubicBezTo>
                    <a:cubicBezTo>
                      <a:pt x="1535" y="847"/>
                      <a:pt x="1558" y="879"/>
                      <a:pt x="1573" y="903"/>
                    </a:cubicBezTo>
                    <a:cubicBezTo>
                      <a:pt x="1576" y="907"/>
                      <a:pt x="1581" y="913"/>
                      <a:pt x="1585" y="918"/>
                    </a:cubicBezTo>
                    <a:cubicBezTo>
                      <a:pt x="1593" y="927"/>
                      <a:pt x="1601" y="936"/>
                      <a:pt x="1607" y="947"/>
                    </a:cubicBezTo>
                    <a:cubicBezTo>
                      <a:pt x="1613" y="959"/>
                      <a:pt x="1617" y="967"/>
                      <a:pt x="1619" y="974"/>
                    </a:cubicBezTo>
                    <a:cubicBezTo>
                      <a:pt x="1622" y="982"/>
                      <a:pt x="1623" y="985"/>
                      <a:pt x="1632" y="993"/>
                    </a:cubicBezTo>
                    <a:cubicBezTo>
                      <a:pt x="1676" y="1033"/>
                      <a:pt x="1713" y="1078"/>
                      <a:pt x="1744" y="1116"/>
                    </a:cubicBezTo>
                    <a:cubicBezTo>
                      <a:pt x="1752" y="1126"/>
                      <a:pt x="1762" y="1133"/>
                      <a:pt x="1776" y="1140"/>
                    </a:cubicBezTo>
                    <a:cubicBezTo>
                      <a:pt x="1788" y="1148"/>
                      <a:pt x="1802" y="1156"/>
                      <a:pt x="1815" y="1169"/>
                    </a:cubicBezTo>
                    <a:cubicBezTo>
                      <a:pt x="1829" y="1183"/>
                      <a:pt x="1840" y="1201"/>
                      <a:pt x="1849" y="1216"/>
                    </a:cubicBezTo>
                    <a:cubicBezTo>
                      <a:pt x="1852" y="1221"/>
                      <a:pt x="1855" y="1226"/>
                      <a:pt x="1858" y="1231"/>
                    </a:cubicBezTo>
                    <a:cubicBezTo>
                      <a:pt x="1867" y="1244"/>
                      <a:pt x="1873" y="1256"/>
                      <a:pt x="1879" y="1269"/>
                    </a:cubicBezTo>
                    <a:cubicBezTo>
                      <a:pt x="1891" y="1290"/>
                      <a:pt x="1900" y="1307"/>
                      <a:pt x="1916" y="1318"/>
                    </a:cubicBezTo>
                    <a:cubicBezTo>
                      <a:pt x="1921" y="1321"/>
                      <a:pt x="1926" y="1324"/>
                      <a:pt x="1930" y="1328"/>
                    </a:cubicBezTo>
                    <a:cubicBezTo>
                      <a:pt x="1938" y="1334"/>
                      <a:pt x="1946" y="1339"/>
                      <a:pt x="1953" y="1342"/>
                    </a:cubicBezTo>
                    <a:cubicBezTo>
                      <a:pt x="1957" y="1343"/>
                      <a:pt x="1963" y="1343"/>
                      <a:pt x="1969" y="1344"/>
                    </a:cubicBezTo>
                    <a:cubicBezTo>
                      <a:pt x="1981" y="1345"/>
                      <a:pt x="1996" y="1346"/>
                      <a:pt x="2013" y="1353"/>
                    </a:cubicBezTo>
                    <a:cubicBezTo>
                      <a:pt x="2032" y="1362"/>
                      <a:pt x="2043" y="1375"/>
                      <a:pt x="2051" y="1385"/>
                    </a:cubicBezTo>
                    <a:cubicBezTo>
                      <a:pt x="2055" y="1389"/>
                      <a:pt x="2058" y="1393"/>
                      <a:pt x="2062" y="1396"/>
                    </a:cubicBezTo>
                    <a:cubicBezTo>
                      <a:pt x="2076" y="1406"/>
                      <a:pt x="2098" y="1417"/>
                      <a:pt x="2116" y="1425"/>
                    </a:cubicBezTo>
                    <a:lnTo>
                      <a:pt x="2120" y="1426"/>
                    </a:lnTo>
                    <a:cubicBezTo>
                      <a:pt x="2159" y="1444"/>
                      <a:pt x="2193" y="1459"/>
                      <a:pt x="2234" y="1468"/>
                    </a:cubicBezTo>
                    <a:cubicBezTo>
                      <a:pt x="2240" y="1470"/>
                      <a:pt x="2247" y="1471"/>
                      <a:pt x="2253" y="1473"/>
                    </a:cubicBezTo>
                    <a:cubicBezTo>
                      <a:pt x="2275" y="1478"/>
                      <a:pt x="2298" y="1483"/>
                      <a:pt x="2318" y="1485"/>
                    </a:cubicBezTo>
                    <a:cubicBezTo>
                      <a:pt x="2341" y="1486"/>
                      <a:pt x="2359" y="1483"/>
                      <a:pt x="2385" y="1477"/>
                    </a:cubicBezTo>
                    <a:cubicBezTo>
                      <a:pt x="2442" y="1465"/>
                      <a:pt x="2493" y="1453"/>
                      <a:pt x="2539" y="1440"/>
                    </a:cubicBezTo>
                    <a:cubicBezTo>
                      <a:pt x="2554" y="1436"/>
                      <a:pt x="2569" y="1432"/>
                      <a:pt x="2585" y="1428"/>
                    </a:cubicBezTo>
                    <a:cubicBezTo>
                      <a:pt x="2631" y="1415"/>
                      <a:pt x="2678" y="1402"/>
                      <a:pt x="2723" y="1387"/>
                    </a:cubicBezTo>
                    <a:cubicBezTo>
                      <a:pt x="2756" y="1376"/>
                      <a:pt x="2765" y="1373"/>
                      <a:pt x="2787" y="1354"/>
                    </a:cubicBezTo>
                    <a:cubicBezTo>
                      <a:pt x="2821" y="1325"/>
                      <a:pt x="2859" y="1302"/>
                      <a:pt x="2896" y="1280"/>
                    </a:cubicBezTo>
                    <a:cubicBezTo>
                      <a:pt x="2937" y="1255"/>
                      <a:pt x="2976" y="1232"/>
                      <a:pt x="3009" y="1201"/>
                    </a:cubicBezTo>
                    <a:cubicBezTo>
                      <a:pt x="3012" y="1197"/>
                      <a:pt x="3015" y="1194"/>
                      <a:pt x="3018" y="1192"/>
                    </a:cubicBezTo>
                    <a:cubicBezTo>
                      <a:pt x="3036" y="1173"/>
                      <a:pt x="3050" y="1161"/>
                      <a:pt x="3087" y="1158"/>
                    </a:cubicBezTo>
                    <a:cubicBezTo>
                      <a:pt x="3122" y="1155"/>
                      <a:pt x="3139" y="1152"/>
                      <a:pt x="3166" y="1133"/>
                    </a:cubicBezTo>
                    <a:cubicBezTo>
                      <a:pt x="3185" y="1119"/>
                      <a:pt x="3206" y="1109"/>
                      <a:pt x="3227" y="1099"/>
                    </a:cubicBezTo>
                    <a:cubicBezTo>
                      <a:pt x="3254" y="1085"/>
                      <a:pt x="3279" y="1073"/>
                      <a:pt x="3297" y="1055"/>
                    </a:cubicBezTo>
                    <a:cubicBezTo>
                      <a:pt x="3328" y="1025"/>
                      <a:pt x="3353" y="982"/>
                      <a:pt x="3360" y="946"/>
                    </a:cubicBezTo>
                    <a:cubicBezTo>
                      <a:pt x="3377" y="869"/>
                      <a:pt x="3432" y="810"/>
                      <a:pt x="3512" y="786"/>
                    </a:cubicBezTo>
                    <a:cubicBezTo>
                      <a:pt x="3534" y="779"/>
                      <a:pt x="3555" y="777"/>
                      <a:pt x="3576" y="776"/>
                    </a:cubicBezTo>
                    <a:cubicBezTo>
                      <a:pt x="3591" y="775"/>
                      <a:pt x="3606" y="773"/>
                      <a:pt x="3620" y="770"/>
                    </a:cubicBezTo>
                    <a:cubicBezTo>
                      <a:pt x="3651" y="762"/>
                      <a:pt x="3681" y="748"/>
                      <a:pt x="3713" y="733"/>
                    </a:cubicBezTo>
                    <a:cubicBezTo>
                      <a:pt x="3728" y="726"/>
                      <a:pt x="3743" y="719"/>
                      <a:pt x="3759" y="712"/>
                    </a:cubicBezTo>
                    <a:cubicBezTo>
                      <a:pt x="3780" y="703"/>
                      <a:pt x="3800" y="690"/>
                      <a:pt x="3821" y="677"/>
                    </a:cubicBezTo>
                    <a:cubicBezTo>
                      <a:pt x="3850" y="658"/>
                      <a:pt x="3880" y="638"/>
                      <a:pt x="3916" y="628"/>
                    </a:cubicBezTo>
                    <a:cubicBezTo>
                      <a:pt x="3949" y="618"/>
                      <a:pt x="3981" y="613"/>
                      <a:pt x="4013" y="613"/>
                    </a:cubicBezTo>
                    <a:cubicBezTo>
                      <a:pt x="4014" y="613"/>
                      <a:pt x="4014" y="613"/>
                      <a:pt x="4014" y="613"/>
                    </a:cubicBezTo>
                    <a:cubicBezTo>
                      <a:pt x="4069" y="613"/>
                      <a:pt x="4097" y="632"/>
                      <a:pt x="4134" y="659"/>
                    </a:cubicBezTo>
                    <a:lnTo>
                      <a:pt x="4137" y="661"/>
                    </a:lnTo>
                    <a:cubicBezTo>
                      <a:pt x="4164" y="680"/>
                      <a:pt x="4192" y="693"/>
                      <a:pt x="4229" y="705"/>
                    </a:cubicBezTo>
                    <a:cubicBezTo>
                      <a:pt x="4234" y="707"/>
                      <a:pt x="4238" y="708"/>
                      <a:pt x="4243" y="709"/>
                    </a:cubicBezTo>
                    <a:cubicBezTo>
                      <a:pt x="4257" y="712"/>
                      <a:pt x="4274" y="716"/>
                      <a:pt x="4289" y="730"/>
                    </a:cubicBezTo>
                    <a:cubicBezTo>
                      <a:pt x="4299" y="738"/>
                      <a:pt x="4306" y="746"/>
                      <a:pt x="4314" y="754"/>
                    </a:cubicBezTo>
                    <a:cubicBezTo>
                      <a:pt x="4331" y="772"/>
                      <a:pt x="4345" y="786"/>
                      <a:pt x="4367" y="793"/>
                    </a:cubicBezTo>
                    <a:cubicBezTo>
                      <a:pt x="4376" y="796"/>
                      <a:pt x="4386" y="798"/>
                      <a:pt x="4397" y="799"/>
                    </a:cubicBezTo>
                    <a:cubicBezTo>
                      <a:pt x="4414" y="802"/>
                      <a:pt x="4434" y="804"/>
                      <a:pt x="4454" y="814"/>
                    </a:cubicBezTo>
                    <a:cubicBezTo>
                      <a:pt x="4478" y="825"/>
                      <a:pt x="4499" y="844"/>
                      <a:pt x="4518" y="863"/>
                    </a:cubicBezTo>
                    <a:cubicBezTo>
                      <a:pt x="4530" y="875"/>
                      <a:pt x="4542" y="888"/>
                      <a:pt x="4553" y="901"/>
                    </a:cubicBezTo>
                    <a:cubicBezTo>
                      <a:pt x="4573" y="925"/>
                      <a:pt x="4594" y="950"/>
                      <a:pt x="4617" y="961"/>
                    </a:cubicBezTo>
                    <a:cubicBezTo>
                      <a:pt x="4652" y="979"/>
                      <a:pt x="4678" y="978"/>
                      <a:pt x="4712" y="958"/>
                    </a:cubicBezTo>
                    <a:lnTo>
                      <a:pt x="4716" y="955"/>
                    </a:lnTo>
                    <a:cubicBezTo>
                      <a:pt x="4785" y="915"/>
                      <a:pt x="4857" y="873"/>
                      <a:pt x="4911" y="819"/>
                    </a:cubicBezTo>
                    <a:cubicBezTo>
                      <a:pt x="4932" y="797"/>
                      <a:pt x="4952" y="773"/>
                      <a:pt x="4970" y="750"/>
                    </a:cubicBezTo>
                    <a:cubicBezTo>
                      <a:pt x="5009" y="701"/>
                      <a:pt x="5050" y="651"/>
                      <a:pt x="5114" y="617"/>
                    </a:cubicBezTo>
                    <a:cubicBezTo>
                      <a:pt x="5126" y="610"/>
                      <a:pt x="5142" y="598"/>
                      <a:pt x="5157" y="586"/>
                    </a:cubicBezTo>
                    <a:cubicBezTo>
                      <a:pt x="5198" y="554"/>
                      <a:pt x="5249" y="514"/>
                      <a:pt x="5308" y="526"/>
                    </a:cubicBezTo>
                    <a:cubicBezTo>
                      <a:pt x="5328" y="530"/>
                      <a:pt x="5343" y="539"/>
                      <a:pt x="5356" y="547"/>
                    </a:cubicBezTo>
                    <a:cubicBezTo>
                      <a:pt x="5369" y="555"/>
                      <a:pt x="5377" y="559"/>
                      <a:pt x="5385" y="560"/>
                    </a:cubicBezTo>
                    <a:cubicBezTo>
                      <a:pt x="5391" y="560"/>
                      <a:pt x="5393" y="560"/>
                      <a:pt x="5404" y="554"/>
                    </a:cubicBezTo>
                    <a:lnTo>
                      <a:pt x="5409" y="552"/>
                    </a:lnTo>
                    <a:cubicBezTo>
                      <a:pt x="5448" y="533"/>
                      <a:pt x="5486" y="507"/>
                      <a:pt x="5523" y="481"/>
                    </a:cubicBezTo>
                    <a:cubicBezTo>
                      <a:pt x="5537" y="471"/>
                      <a:pt x="5552" y="461"/>
                      <a:pt x="5567" y="451"/>
                    </a:cubicBezTo>
                    <a:cubicBezTo>
                      <a:pt x="5579" y="444"/>
                      <a:pt x="5590" y="436"/>
                      <a:pt x="5601" y="428"/>
                    </a:cubicBezTo>
                    <a:cubicBezTo>
                      <a:pt x="5634" y="406"/>
                      <a:pt x="5668" y="383"/>
                      <a:pt x="5705" y="363"/>
                    </a:cubicBezTo>
                    <a:cubicBezTo>
                      <a:pt x="5711" y="360"/>
                      <a:pt x="5717" y="357"/>
                      <a:pt x="5722" y="354"/>
                    </a:cubicBezTo>
                    <a:cubicBezTo>
                      <a:pt x="5762" y="333"/>
                      <a:pt x="5800" y="313"/>
                      <a:pt x="5834" y="284"/>
                    </a:cubicBezTo>
                    <a:cubicBezTo>
                      <a:pt x="5939" y="197"/>
                      <a:pt x="6066" y="101"/>
                      <a:pt x="6204" y="45"/>
                    </a:cubicBezTo>
                    <a:cubicBezTo>
                      <a:pt x="6267" y="19"/>
                      <a:pt x="6341" y="5"/>
                      <a:pt x="6430" y="2"/>
                    </a:cubicBezTo>
                    <a:lnTo>
                      <a:pt x="6443" y="1"/>
                    </a:lnTo>
                    <a:cubicBezTo>
                      <a:pt x="6511" y="-1"/>
                      <a:pt x="6595" y="-5"/>
                      <a:pt x="6654" y="54"/>
                    </a:cubicBezTo>
                    <a:cubicBezTo>
                      <a:pt x="6686" y="84"/>
                      <a:pt x="6712" y="119"/>
                      <a:pt x="6738" y="152"/>
                    </a:cubicBezTo>
                    <a:cubicBezTo>
                      <a:pt x="6764" y="185"/>
                      <a:pt x="6789" y="217"/>
                      <a:pt x="6817" y="245"/>
                    </a:cubicBezTo>
                    <a:cubicBezTo>
                      <a:pt x="6828" y="255"/>
                      <a:pt x="6838" y="259"/>
                      <a:pt x="6861" y="253"/>
                    </a:cubicBezTo>
                    <a:cubicBezTo>
                      <a:pt x="6866" y="252"/>
                      <a:pt x="6873" y="248"/>
                      <a:pt x="6879" y="245"/>
                    </a:cubicBezTo>
                    <a:cubicBezTo>
                      <a:pt x="6888" y="241"/>
                      <a:pt x="6898" y="236"/>
                      <a:pt x="6909" y="233"/>
                    </a:cubicBezTo>
                    <a:cubicBezTo>
                      <a:pt x="6920" y="230"/>
                      <a:pt x="6930" y="228"/>
                      <a:pt x="6939" y="226"/>
                    </a:cubicBezTo>
                    <a:cubicBezTo>
                      <a:pt x="6947" y="225"/>
                      <a:pt x="6953" y="224"/>
                      <a:pt x="6960" y="222"/>
                    </a:cubicBezTo>
                    <a:cubicBezTo>
                      <a:pt x="6965" y="221"/>
                      <a:pt x="6973" y="218"/>
                      <a:pt x="6981" y="216"/>
                    </a:cubicBezTo>
                    <a:cubicBezTo>
                      <a:pt x="7036" y="199"/>
                      <a:pt x="7118" y="174"/>
                      <a:pt x="7165" y="220"/>
                    </a:cubicBezTo>
                    <a:lnTo>
                      <a:pt x="7115" y="271"/>
                    </a:lnTo>
                    <a:cubicBezTo>
                      <a:pt x="7098" y="254"/>
                      <a:pt x="7028" y="276"/>
                      <a:pt x="7001" y="284"/>
                    </a:cubicBezTo>
                    <a:cubicBezTo>
                      <a:pt x="6993" y="286"/>
                      <a:pt x="6985" y="289"/>
                      <a:pt x="6978" y="291"/>
                    </a:cubicBezTo>
                    <a:cubicBezTo>
                      <a:pt x="6969" y="293"/>
                      <a:pt x="6961" y="295"/>
                      <a:pt x="6952" y="296"/>
                    </a:cubicBezTo>
                    <a:cubicBezTo>
                      <a:pt x="6944" y="298"/>
                      <a:pt x="6936" y="299"/>
                      <a:pt x="6929" y="301"/>
                    </a:cubicBezTo>
                    <a:cubicBezTo>
                      <a:pt x="6923" y="303"/>
                      <a:pt x="6917" y="306"/>
                      <a:pt x="6910" y="309"/>
                    </a:cubicBezTo>
                    <a:cubicBezTo>
                      <a:pt x="6901" y="313"/>
                      <a:pt x="6891" y="318"/>
                      <a:pt x="6880" y="321"/>
                    </a:cubicBezTo>
                    <a:cubicBezTo>
                      <a:pt x="6836" y="334"/>
                      <a:pt x="6799" y="325"/>
                      <a:pt x="6768" y="296"/>
                    </a:cubicBezTo>
                    <a:cubicBezTo>
                      <a:pt x="6736" y="265"/>
                      <a:pt x="6709" y="229"/>
                      <a:pt x="6682" y="195"/>
                    </a:cubicBezTo>
                    <a:cubicBezTo>
                      <a:pt x="6657" y="163"/>
                      <a:pt x="6632" y="132"/>
                      <a:pt x="6605" y="105"/>
                    </a:cubicBezTo>
                    <a:cubicBezTo>
                      <a:pt x="6567" y="68"/>
                      <a:pt x="6505" y="70"/>
                      <a:pt x="6446" y="72"/>
                    </a:cubicBezTo>
                    <a:lnTo>
                      <a:pt x="6433" y="73"/>
                    </a:lnTo>
                    <a:cubicBezTo>
                      <a:pt x="6352" y="76"/>
                      <a:pt x="6286" y="88"/>
                      <a:pt x="6231" y="110"/>
                    </a:cubicBezTo>
                    <a:cubicBezTo>
                      <a:pt x="6101" y="163"/>
                      <a:pt x="5980" y="256"/>
                      <a:pt x="5879" y="339"/>
                    </a:cubicBezTo>
                    <a:cubicBezTo>
                      <a:pt x="5839" y="372"/>
                      <a:pt x="5799" y="393"/>
                      <a:pt x="5756" y="416"/>
                    </a:cubicBezTo>
                    <a:cubicBezTo>
                      <a:pt x="5750" y="419"/>
                      <a:pt x="5744" y="423"/>
                      <a:pt x="5738" y="426"/>
                    </a:cubicBezTo>
                    <a:cubicBezTo>
                      <a:pt x="5705" y="444"/>
                      <a:pt x="5673" y="466"/>
                      <a:pt x="5641" y="487"/>
                    </a:cubicBezTo>
                    <a:cubicBezTo>
                      <a:pt x="5629" y="495"/>
                      <a:pt x="5618" y="503"/>
                      <a:pt x="5606" y="510"/>
                    </a:cubicBezTo>
                    <a:cubicBezTo>
                      <a:pt x="5592" y="520"/>
                      <a:pt x="5578" y="529"/>
                      <a:pt x="5563" y="540"/>
                    </a:cubicBezTo>
                    <a:cubicBezTo>
                      <a:pt x="5524" y="567"/>
                      <a:pt x="5483" y="595"/>
                      <a:pt x="5439" y="616"/>
                    </a:cubicBezTo>
                    <a:lnTo>
                      <a:pt x="5435" y="618"/>
                    </a:lnTo>
                    <a:cubicBezTo>
                      <a:pt x="5420" y="625"/>
                      <a:pt x="5406" y="632"/>
                      <a:pt x="5381" y="631"/>
                    </a:cubicBezTo>
                    <a:cubicBezTo>
                      <a:pt x="5354" y="629"/>
                      <a:pt x="5335" y="617"/>
                      <a:pt x="5319" y="607"/>
                    </a:cubicBezTo>
                    <a:cubicBezTo>
                      <a:pt x="5310" y="602"/>
                      <a:pt x="5302" y="597"/>
                      <a:pt x="5294" y="595"/>
                    </a:cubicBezTo>
                    <a:cubicBezTo>
                      <a:pt x="5267" y="590"/>
                      <a:pt x="5234" y="616"/>
                      <a:pt x="5201" y="642"/>
                    </a:cubicBezTo>
                    <a:cubicBezTo>
                      <a:pt x="5183" y="656"/>
                      <a:pt x="5165" y="670"/>
                      <a:pt x="5147" y="679"/>
                    </a:cubicBezTo>
                    <a:cubicBezTo>
                      <a:pt x="5096" y="707"/>
                      <a:pt x="5062" y="750"/>
                      <a:pt x="5025" y="795"/>
                    </a:cubicBezTo>
                    <a:cubicBezTo>
                      <a:pt x="5006" y="819"/>
                      <a:pt x="4985" y="845"/>
                      <a:pt x="4961" y="869"/>
                    </a:cubicBezTo>
                    <a:cubicBezTo>
                      <a:pt x="4900" y="930"/>
                      <a:pt x="4825" y="974"/>
                      <a:pt x="4752" y="1016"/>
                    </a:cubicBezTo>
                    <a:lnTo>
                      <a:pt x="4748" y="1019"/>
                    </a:lnTo>
                    <a:cubicBezTo>
                      <a:pt x="4693" y="1051"/>
                      <a:pt x="4641" y="1053"/>
                      <a:pt x="4585" y="1025"/>
                    </a:cubicBezTo>
                    <a:cubicBezTo>
                      <a:pt x="4550" y="1007"/>
                      <a:pt x="4523" y="975"/>
                      <a:pt x="4499" y="947"/>
                    </a:cubicBezTo>
                    <a:cubicBezTo>
                      <a:pt x="4488" y="935"/>
                      <a:pt x="4478" y="923"/>
                      <a:pt x="4468" y="914"/>
                    </a:cubicBezTo>
                    <a:cubicBezTo>
                      <a:pt x="4457" y="902"/>
                      <a:pt x="4439" y="885"/>
                      <a:pt x="4424" y="878"/>
                    </a:cubicBezTo>
                    <a:cubicBezTo>
                      <a:pt x="4413" y="873"/>
                      <a:pt x="4401" y="872"/>
                      <a:pt x="4388" y="870"/>
                    </a:cubicBezTo>
                    <a:cubicBezTo>
                      <a:pt x="4374" y="868"/>
                      <a:pt x="4360" y="866"/>
                      <a:pt x="4344" y="861"/>
                    </a:cubicBezTo>
                    <a:cubicBezTo>
                      <a:pt x="4306" y="847"/>
                      <a:pt x="4283" y="824"/>
                      <a:pt x="4263" y="804"/>
                    </a:cubicBezTo>
                    <a:cubicBezTo>
                      <a:pt x="4256" y="796"/>
                      <a:pt x="4249" y="790"/>
                      <a:pt x="4242" y="783"/>
                    </a:cubicBezTo>
                    <a:cubicBezTo>
                      <a:pt x="4240" y="781"/>
                      <a:pt x="4236" y="780"/>
                      <a:pt x="4227" y="778"/>
                    </a:cubicBezTo>
                    <a:cubicBezTo>
                      <a:pt x="4221" y="777"/>
                      <a:pt x="4215" y="775"/>
                      <a:pt x="4208" y="773"/>
                    </a:cubicBezTo>
                    <a:cubicBezTo>
                      <a:pt x="4163" y="759"/>
                      <a:pt x="4129" y="742"/>
                      <a:pt x="4096" y="719"/>
                    </a:cubicBezTo>
                    <a:lnTo>
                      <a:pt x="4093" y="717"/>
                    </a:lnTo>
                    <a:cubicBezTo>
                      <a:pt x="4059" y="693"/>
                      <a:pt x="4046" y="684"/>
                      <a:pt x="4013" y="684"/>
                    </a:cubicBezTo>
                    <a:cubicBezTo>
                      <a:pt x="3988" y="684"/>
                      <a:pt x="3963" y="688"/>
                      <a:pt x="3936" y="696"/>
                    </a:cubicBezTo>
                    <a:cubicBezTo>
                      <a:pt x="3910" y="703"/>
                      <a:pt x="3886" y="719"/>
                      <a:pt x="3859" y="736"/>
                    </a:cubicBezTo>
                    <a:cubicBezTo>
                      <a:pt x="3837" y="751"/>
                      <a:pt x="3813" y="766"/>
                      <a:pt x="3787" y="777"/>
                    </a:cubicBezTo>
                    <a:cubicBezTo>
                      <a:pt x="3772" y="783"/>
                      <a:pt x="3758" y="790"/>
                      <a:pt x="3743" y="797"/>
                    </a:cubicBezTo>
                    <a:cubicBezTo>
                      <a:pt x="3709" y="813"/>
                      <a:pt x="3675" y="829"/>
                      <a:pt x="3637" y="839"/>
                    </a:cubicBezTo>
                    <a:cubicBezTo>
                      <a:pt x="3618" y="844"/>
                      <a:pt x="3599" y="845"/>
                      <a:pt x="3581" y="846"/>
                    </a:cubicBezTo>
                    <a:cubicBezTo>
                      <a:pt x="3564" y="848"/>
                      <a:pt x="3547" y="849"/>
                      <a:pt x="3533" y="853"/>
                    </a:cubicBezTo>
                    <a:cubicBezTo>
                      <a:pt x="3478" y="870"/>
                      <a:pt x="3441" y="909"/>
                      <a:pt x="3430" y="961"/>
                    </a:cubicBezTo>
                    <a:cubicBezTo>
                      <a:pt x="3419" y="1011"/>
                      <a:pt x="3388" y="1065"/>
                      <a:pt x="3347" y="1105"/>
                    </a:cubicBezTo>
                    <a:cubicBezTo>
                      <a:pt x="3321" y="1131"/>
                      <a:pt x="3289" y="1147"/>
                      <a:pt x="3258" y="1162"/>
                    </a:cubicBezTo>
                    <a:cubicBezTo>
                      <a:pt x="3239" y="1171"/>
                      <a:pt x="3221" y="1180"/>
                      <a:pt x="3206" y="1191"/>
                    </a:cubicBezTo>
                    <a:cubicBezTo>
                      <a:pt x="3164" y="1220"/>
                      <a:pt x="3133" y="1225"/>
                      <a:pt x="3093" y="1229"/>
                    </a:cubicBezTo>
                    <a:cubicBezTo>
                      <a:pt x="3080" y="1230"/>
                      <a:pt x="3080" y="1230"/>
                      <a:pt x="3068" y="1242"/>
                    </a:cubicBezTo>
                    <a:cubicBezTo>
                      <a:pt x="3065" y="1245"/>
                      <a:pt x="3061" y="1248"/>
                      <a:pt x="3057" y="1252"/>
                    </a:cubicBezTo>
                    <a:cubicBezTo>
                      <a:pt x="3019" y="1287"/>
                      <a:pt x="2975" y="1314"/>
                      <a:pt x="2933" y="1340"/>
                    </a:cubicBezTo>
                    <a:cubicBezTo>
                      <a:pt x="2897" y="1362"/>
                      <a:pt x="2863" y="1382"/>
                      <a:pt x="2834" y="1408"/>
                    </a:cubicBezTo>
                    <a:cubicBezTo>
                      <a:pt x="2801" y="1436"/>
                      <a:pt x="2781" y="1443"/>
                      <a:pt x="2746" y="1455"/>
                    </a:cubicBezTo>
                    <a:cubicBezTo>
                      <a:pt x="2699" y="1470"/>
                      <a:pt x="2650" y="1484"/>
                      <a:pt x="2603" y="1496"/>
                    </a:cubicBezTo>
                    <a:cubicBezTo>
                      <a:pt x="2588" y="1500"/>
                      <a:pt x="2573" y="1505"/>
                      <a:pt x="2558" y="1509"/>
                    </a:cubicBezTo>
                    <a:cubicBezTo>
                      <a:pt x="2511" y="1522"/>
                      <a:pt x="2458" y="1535"/>
                      <a:pt x="2400" y="1547"/>
                    </a:cubicBezTo>
                    <a:cubicBezTo>
                      <a:pt x="2376" y="1552"/>
                      <a:pt x="2354" y="1556"/>
                      <a:pt x="2330" y="1556"/>
                    </a:cubicBezTo>
                    <a:moveTo>
                      <a:pt x="1195" y="593"/>
                    </a:moveTo>
                    <a:lnTo>
                      <a:pt x="1195" y="593"/>
                    </a:lnTo>
                    <a:moveTo>
                      <a:pt x="1191" y="590"/>
                    </a:moveTo>
                    <a:lnTo>
                      <a:pt x="1191" y="59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4" name="Google Shape;1599;p28"/>
              <p:cNvSpPr/>
              <p:nvPr/>
            </p:nvSpPr>
            <p:spPr>
              <a:xfrm>
                <a:off x="1402920" y="1013040"/>
                <a:ext cx="46440" cy="248040"/>
              </a:xfrm>
              <a:custGeom>
                <a:avLst/>
                <a:gdLst>
                  <a:gd name="textAreaLeft" fmla="*/ 0 w 46440"/>
                  <a:gd name="textAreaRight" fmla="*/ 46800 w 46440"/>
                  <a:gd name="textAreaTop" fmla="*/ 0 h 248040"/>
                  <a:gd name="textAreaBottom" fmla="*/ 248400 h 248040"/>
                </a:gdLst>
                <a:ahLst/>
                <a:cxnLst/>
                <a:rect l="textAreaLeft" t="textAreaTop" r="textAreaRight" b="textAreaBottom"/>
                <a:pathLst>
                  <a:path w="153" h="81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5" name="Google Shape;1600;p28"/>
              <p:cNvSpPr/>
              <p:nvPr/>
            </p:nvSpPr>
            <p:spPr>
              <a:xfrm>
                <a:off x="1482840" y="1165320"/>
                <a:ext cx="46440" cy="248040"/>
              </a:xfrm>
              <a:custGeom>
                <a:avLst/>
                <a:gdLst>
                  <a:gd name="textAreaLeft" fmla="*/ 0 w 46440"/>
                  <a:gd name="textAreaRight" fmla="*/ 46800 w 46440"/>
                  <a:gd name="textAreaTop" fmla="*/ 0 h 248040"/>
                  <a:gd name="textAreaBottom" fmla="*/ 248400 h 248040"/>
                </a:gdLst>
                <a:ahLst/>
                <a:cxnLst/>
                <a:rect l="textAreaLeft" t="textAreaTop" r="textAreaRight" b="textAreaBottom"/>
                <a:pathLst>
                  <a:path w="153" h="81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6" name="Google Shape;1601;p28"/>
              <p:cNvSpPr/>
              <p:nvPr/>
            </p:nvSpPr>
            <p:spPr>
              <a:xfrm>
                <a:off x="1562760" y="1267560"/>
                <a:ext cx="46080" cy="248040"/>
              </a:xfrm>
              <a:custGeom>
                <a:avLst/>
                <a:gdLst>
                  <a:gd name="textAreaLeft" fmla="*/ 0 w 46080"/>
                  <a:gd name="textAreaRight" fmla="*/ 46440 w 46080"/>
                  <a:gd name="textAreaTop" fmla="*/ 0 h 248040"/>
                  <a:gd name="textAreaBottom" fmla="*/ 248400 h 248040"/>
                </a:gdLst>
                <a:ahLst/>
                <a:cxnLst/>
                <a:rect l="textAreaLeft" t="textAreaTop" r="textAreaRight" b="textAreaBottom"/>
                <a:pathLst>
                  <a:path w="152" h="813">
                    <a:moveTo>
                      <a:pt x="0" y="0"/>
                    </a:moveTo>
                    <a:lnTo>
                      <a:pt x="152" y="0"/>
                    </a:lnTo>
                    <a:lnTo>
                      <a:pt x="152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7" name="Google Shape;1602;p28"/>
              <p:cNvSpPr/>
              <p:nvPr/>
            </p:nvSpPr>
            <p:spPr>
              <a:xfrm>
                <a:off x="2957040" y="571320"/>
                <a:ext cx="637920" cy="637560"/>
              </a:xfrm>
              <a:custGeom>
                <a:avLst/>
                <a:gdLst>
                  <a:gd name="textAreaLeft" fmla="*/ 0 w 637920"/>
                  <a:gd name="textAreaRight" fmla="*/ 638280 w 637920"/>
                  <a:gd name="textAreaTop" fmla="*/ 0 h 637560"/>
                  <a:gd name="textAreaBottom" fmla="*/ 637920 h 637560"/>
                </a:gdLst>
                <a:ahLst/>
                <a:cxnLst/>
                <a:rect l="textAreaLeft" t="textAreaTop" r="textAreaRight" b="textAreaBottom"/>
                <a:pathLst>
                  <a:path w="2090" h="2089">
                    <a:moveTo>
                      <a:pt x="1784" y="306"/>
                    </a:moveTo>
                    <a:cubicBezTo>
                      <a:pt x="1914" y="436"/>
                      <a:pt x="2007" y="597"/>
                      <a:pt x="2055" y="774"/>
                    </a:cubicBezTo>
                    <a:cubicBezTo>
                      <a:pt x="2102" y="951"/>
                      <a:pt x="2102" y="1138"/>
                      <a:pt x="2055" y="1315"/>
                    </a:cubicBezTo>
                    <a:cubicBezTo>
                      <a:pt x="2007" y="1492"/>
                      <a:pt x="1913" y="1654"/>
                      <a:pt x="1784" y="1784"/>
                    </a:cubicBezTo>
                    <a:cubicBezTo>
                      <a:pt x="1654" y="1913"/>
                      <a:pt x="1493" y="2007"/>
                      <a:pt x="1316" y="2054"/>
                    </a:cubicBezTo>
                    <a:cubicBezTo>
                      <a:pt x="1139" y="2101"/>
                      <a:pt x="952" y="2101"/>
                      <a:pt x="775" y="2054"/>
                    </a:cubicBezTo>
                    <a:cubicBezTo>
                      <a:pt x="598" y="2007"/>
                      <a:pt x="436" y="1913"/>
                      <a:pt x="307" y="1784"/>
                    </a:cubicBezTo>
                    <a:cubicBezTo>
                      <a:pt x="177" y="1654"/>
                      <a:pt x="84" y="1492"/>
                      <a:pt x="36" y="1315"/>
                    </a:cubicBezTo>
                    <a:cubicBezTo>
                      <a:pt x="-11" y="1138"/>
                      <a:pt x="-11" y="951"/>
                      <a:pt x="36" y="774"/>
                    </a:cubicBezTo>
                    <a:cubicBezTo>
                      <a:pt x="84" y="597"/>
                      <a:pt x="177" y="436"/>
                      <a:pt x="307" y="306"/>
                    </a:cubicBezTo>
                    <a:cubicBezTo>
                      <a:pt x="436" y="176"/>
                      <a:pt x="598" y="83"/>
                      <a:pt x="775" y="35"/>
                    </a:cubicBezTo>
                    <a:cubicBezTo>
                      <a:pt x="952" y="-12"/>
                      <a:pt x="1139" y="-12"/>
                      <a:pt x="1316" y="35"/>
                    </a:cubicBezTo>
                    <a:cubicBezTo>
                      <a:pt x="1493" y="83"/>
                      <a:pt x="1655" y="176"/>
                      <a:pt x="1784" y="30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8" name="Google Shape;1603;p28"/>
              <p:cNvSpPr/>
              <p:nvPr/>
            </p:nvSpPr>
            <p:spPr>
              <a:xfrm>
                <a:off x="2977200" y="591120"/>
                <a:ext cx="598320" cy="598320"/>
              </a:xfrm>
              <a:custGeom>
                <a:avLst/>
                <a:gdLst>
                  <a:gd name="textAreaLeft" fmla="*/ 0 w 598320"/>
                  <a:gd name="textAreaRight" fmla="*/ 598680 w 598320"/>
                  <a:gd name="textAreaTop" fmla="*/ 0 h 598320"/>
                  <a:gd name="textAreaBottom" fmla="*/ 598680 h 598320"/>
                </a:gdLst>
                <a:ahLst/>
                <a:cxnLst/>
                <a:rect l="textAreaLeft" t="textAreaTop" r="textAreaRight" b="textAreaBottom"/>
                <a:pathLst>
                  <a:path w="1961" h="1960">
                    <a:moveTo>
                      <a:pt x="981" y="0"/>
                    </a:moveTo>
                    <a:cubicBezTo>
                      <a:pt x="440" y="0"/>
                      <a:pt x="0" y="439"/>
                      <a:pt x="0" y="980"/>
                    </a:cubicBezTo>
                    <a:cubicBezTo>
                      <a:pt x="0" y="1520"/>
                      <a:pt x="440" y="1960"/>
                      <a:pt x="981" y="1960"/>
                    </a:cubicBezTo>
                    <a:cubicBezTo>
                      <a:pt x="1521" y="1960"/>
                      <a:pt x="1961" y="1520"/>
                      <a:pt x="1961" y="980"/>
                    </a:cubicBezTo>
                    <a:cubicBezTo>
                      <a:pt x="1961" y="439"/>
                      <a:pt x="1521" y="0"/>
                      <a:pt x="981" y="0"/>
                    </a:cubicBezTo>
                    <a:moveTo>
                      <a:pt x="1890" y="965"/>
                    </a:moveTo>
                    <a:lnTo>
                      <a:pt x="1438" y="965"/>
                    </a:lnTo>
                    <a:cubicBezTo>
                      <a:pt x="1437" y="786"/>
                      <a:pt x="1414" y="621"/>
                      <a:pt x="1376" y="479"/>
                    </a:cubicBezTo>
                    <a:cubicBezTo>
                      <a:pt x="1462" y="441"/>
                      <a:pt x="1542" y="391"/>
                      <a:pt x="1615" y="329"/>
                    </a:cubicBezTo>
                    <a:cubicBezTo>
                      <a:pt x="1781" y="491"/>
                      <a:pt x="1886" y="716"/>
                      <a:pt x="1890" y="965"/>
                    </a:cubicBezTo>
                    <a:moveTo>
                      <a:pt x="1002" y="72"/>
                    </a:moveTo>
                    <a:cubicBezTo>
                      <a:pt x="1118" y="88"/>
                      <a:pt x="1221" y="229"/>
                      <a:pt x="1288" y="437"/>
                    </a:cubicBezTo>
                    <a:cubicBezTo>
                      <a:pt x="1197" y="470"/>
                      <a:pt x="1101" y="488"/>
                      <a:pt x="1002" y="491"/>
                    </a:cubicBezTo>
                    <a:lnTo>
                      <a:pt x="1002" y="72"/>
                    </a:lnTo>
                    <a:moveTo>
                      <a:pt x="931" y="78"/>
                    </a:moveTo>
                    <a:lnTo>
                      <a:pt x="931" y="490"/>
                    </a:lnTo>
                    <a:cubicBezTo>
                      <a:pt x="842" y="485"/>
                      <a:pt x="755" y="467"/>
                      <a:pt x="673" y="437"/>
                    </a:cubicBezTo>
                    <a:cubicBezTo>
                      <a:pt x="734" y="246"/>
                      <a:pt x="827" y="111"/>
                      <a:pt x="931" y="78"/>
                    </a:cubicBezTo>
                    <a:moveTo>
                      <a:pt x="931" y="561"/>
                    </a:moveTo>
                    <a:lnTo>
                      <a:pt x="931" y="965"/>
                    </a:lnTo>
                    <a:lnTo>
                      <a:pt x="594" y="965"/>
                    </a:lnTo>
                    <a:cubicBezTo>
                      <a:pt x="595" y="798"/>
                      <a:pt x="617" y="641"/>
                      <a:pt x="653" y="506"/>
                    </a:cubicBezTo>
                    <a:cubicBezTo>
                      <a:pt x="742" y="537"/>
                      <a:pt x="835" y="556"/>
                      <a:pt x="931" y="561"/>
                    </a:cubicBezTo>
                    <a:moveTo>
                      <a:pt x="931" y="1036"/>
                    </a:moveTo>
                    <a:lnTo>
                      <a:pt x="931" y="1468"/>
                    </a:lnTo>
                    <a:cubicBezTo>
                      <a:pt x="842" y="1472"/>
                      <a:pt x="755" y="1489"/>
                      <a:pt x="671" y="1517"/>
                    </a:cubicBezTo>
                    <a:cubicBezTo>
                      <a:pt x="627" y="1380"/>
                      <a:pt x="600" y="1214"/>
                      <a:pt x="595" y="1036"/>
                    </a:cubicBezTo>
                    <a:lnTo>
                      <a:pt x="931" y="1036"/>
                    </a:lnTo>
                    <a:moveTo>
                      <a:pt x="931" y="1539"/>
                    </a:moveTo>
                    <a:lnTo>
                      <a:pt x="931" y="1881"/>
                    </a:lnTo>
                    <a:cubicBezTo>
                      <a:pt x="839" y="1852"/>
                      <a:pt x="755" y="1742"/>
                      <a:pt x="694" y="1583"/>
                    </a:cubicBezTo>
                    <a:cubicBezTo>
                      <a:pt x="770" y="1558"/>
                      <a:pt x="850" y="1543"/>
                      <a:pt x="931" y="1539"/>
                    </a:cubicBezTo>
                    <a:moveTo>
                      <a:pt x="1002" y="1887"/>
                    </a:moveTo>
                    <a:lnTo>
                      <a:pt x="1002" y="1538"/>
                    </a:lnTo>
                    <a:cubicBezTo>
                      <a:pt x="1093" y="1540"/>
                      <a:pt x="1182" y="1556"/>
                      <a:pt x="1267" y="1584"/>
                    </a:cubicBezTo>
                    <a:cubicBezTo>
                      <a:pt x="1200" y="1758"/>
                      <a:pt x="1106" y="1873"/>
                      <a:pt x="1002" y="1887"/>
                    </a:cubicBezTo>
                    <a:moveTo>
                      <a:pt x="1002" y="1467"/>
                    </a:moveTo>
                    <a:lnTo>
                      <a:pt x="1002" y="1036"/>
                    </a:lnTo>
                    <a:lnTo>
                      <a:pt x="1366" y="1036"/>
                    </a:lnTo>
                    <a:cubicBezTo>
                      <a:pt x="1362" y="1214"/>
                      <a:pt x="1334" y="1380"/>
                      <a:pt x="1290" y="1517"/>
                    </a:cubicBezTo>
                    <a:cubicBezTo>
                      <a:pt x="1198" y="1486"/>
                      <a:pt x="1101" y="1469"/>
                      <a:pt x="1002" y="1467"/>
                    </a:cubicBezTo>
                    <a:moveTo>
                      <a:pt x="1002" y="965"/>
                    </a:moveTo>
                    <a:lnTo>
                      <a:pt x="1002" y="562"/>
                    </a:lnTo>
                    <a:cubicBezTo>
                      <a:pt x="1108" y="559"/>
                      <a:pt x="1211" y="540"/>
                      <a:pt x="1308" y="505"/>
                    </a:cubicBezTo>
                    <a:cubicBezTo>
                      <a:pt x="1344" y="641"/>
                      <a:pt x="1366" y="798"/>
                      <a:pt x="1367" y="965"/>
                    </a:cubicBezTo>
                    <a:lnTo>
                      <a:pt x="1002" y="965"/>
                    </a:lnTo>
                    <a:moveTo>
                      <a:pt x="1562" y="281"/>
                    </a:moveTo>
                    <a:cubicBezTo>
                      <a:pt x="1498" y="333"/>
                      <a:pt x="1429" y="377"/>
                      <a:pt x="1355" y="410"/>
                    </a:cubicBezTo>
                    <a:cubicBezTo>
                      <a:pt x="1310" y="274"/>
                      <a:pt x="1250" y="164"/>
                      <a:pt x="1178" y="92"/>
                    </a:cubicBezTo>
                    <a:cubicBezTo>
                      <a:pt x="1321" y="124"/>
                      <a:pt x="1452" y="190"/>
                      <a:pt x="1562" y="281"/>
                    </a:cubicBezTo>
                    <a:moveTo>
                      <a:pt x="606" y="410"/>
                    </a:moveTo>
                    <a:cubicBezTo>
                      <a:pt x="532" y="377"/>
                      <a:pt x="463" y="334"/>
                      <a:pt x="399" y="281"/>
                    </a:cubicBezTo>
                    <a:cubicBezTo>
                      <a:pt x="509" y="190"/>
                      <a:pt x="640" y="124"/>
                      <a:pt x="783" y="92"/>
                    </a:cubicBezTo>
                    <a:cubicBezTo>
                      <a:pt x="712" y="164"/>
                      <a:pt x="651" y="274"/>
                      <a:pt x="606" y="410"/>
                    </a:cubicBezTo>
                    <a:moveTo>
                      <a:pt x="346" y="329"/>
                    </a:moveTo>
                    <a:cubicBezTo>
                      <a:pt x="419" y="391"/>
                      <a:pt x="499" y="441"/>
                      <a:pt x="585" y="479"/>
                    </a:cubicBezTo>
                    <a:cubicBezTo>
                      <a:pt x="547" y="621"/>
                      <a:pt x="524" y="786"/>
                      <a:pt x="523" y="965"/>
                    </a:cubicBezTo>
                    <a:lnTo>
                      <a:pt x="72" y="965"/>
                    </a:lnTo>
                    <a:cubicBezTo>
                      <a:pt x="76" y="716"/>
                      <a:pt x="180" y="491"/>
                      <a:pt x="346" y="329"/>
                    </a:cubicBezTo>
                    <a:moveTo>
                      <a:pt x="73" y="1036"/>
                    </a:moveTo>
                    <a:lnTo>
                      <a:pt x="524" y="1036"/>
                    </a:lnTo>
                    <a:cubicBezTo>
                      <a:pt x="528" y="1225"/>
                      <a:pt x="557" y="1398"/>
                      <a:pt x="604" y="1542"/>
                    </a:cubicBezTo>
                    <a:cubicBezTo>
                      <a:pt x="526" y="1574"/>
                      <a:pt x="453" y="1616"/>
                      <a:pt x="386" y="1667"/>
                    </a:cubicBezTo>
                    <a:cubicBezTo>
                      <a:pt x="207" y="1512"/>
                      <a:pt x="89" y="1288"/>
                      <a:pt x="73" y="1036"/>
                    </a:cubicBezTo>
                    <a:moveTo>
                      <a:pt x="444" y="1713"/>
                    </a:moveTo>
                    <a:cubicBezTo>
                      <a:pt x="501" y="1671"/>
                      <a:pt x="563" y="1636"/>
                      <a:pt x="627" y="1608"/>
                    </a:cubicBezTo>
                    <a:cubicBezTo>
                      <a:pt x="669" y="1718"/>
                      <a:pt x="722" y="1806"/>
                      <a:pt x="783" y="1867"/>
                    </a:cubicBezTo>
                    <a:cubicBezTo>
                      <a:pt x="659" y="1839"/>
                      <a:pt x="543" y="1786"/>
                      <a:pt x="444" y="1713"/>
                    </a:cubicBezTo>
                    <a:moveTo>
                      <a:pt x="1334" y="1609"/>
                    </a:moveTo>
                    <a:cubicBezTo>
                      <a:pt x="1399" y="1636"/>
                      <a:pt x="1460" y="1671"/>
                      <a:pt x="1517" y="1713"/>
                    </a:cubicBezTo>
                    <a:cubicBezTo>
                      <a:pt x="1418" y="1786"/>
                      <a:pt x="1303" y="1839"/>
                      <a:pt x="1178" y="1867"/>
                    </a:cubicBezTo>
                    <a:cubicBezTo>
                      <a:pt x="1239" y="1806"/>
                      <a:pt x="1292" y="1718"/>
                      <a:pt x="1334" y="1609"/>
                    </a:cubicBezTo>
                    <a:moveTo>
                      <a:pt x="1575" y="1667"/>
                    </a:moveTo>
                    <a:cubicBezTo>
                      <a:pt x="1508" y="1616"/>
                      <a:pt x="1435" y="1574"/>
                      <a:pt x="1358" y="1542"/>
                    </a:cubicBezTo>
                    <a:cubicBezTo>
                      <a:pt x="1404" y="1398"/>
                      <a:pt x="1433" y="1225"/>
                      <a:pt x="1437" y="1036"/>
                    </a:cubicBezTo>
                    <a:lnTo>
                      <a:pt x="1888" y="1036"/>
                    </a:lnTo>
                    <a:cubicBezTo>
                      <a:pt x="1873" y="1288"/>
                      <a:pt x="1754" y="1512"/>
                      <a:pt x="1575" y="1667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9" name="Google Shape;1604;p28"/>
              <p:cNvSpPr/>
              <p:nvPr/>
            </p:nvSpPr>
            <p:spPr>
              <a:xfrm>
                <a:off x="3035520" y="1943640"/>
                <a:ext cx="271080" cy="365040"/>
              </a:xfrm>
              <a:custGeom>
                <a:avLst/>
                <a:gdLst>
                  <a:gd name="textAreaLeft" fmla="*/ 0 w 271080"/>
                  <a:gd name="textAreaRight" fmla="*/ 271440 w 271080"/>
                  <a:gd name="textAreaTop" fmla="*/ 0 h 365040"/>
                  <a:gd name="textAreaBottom" fmla="*/ 365400 h 365040"/>
                </a:gdLst>
                <a:ahLst/>
                <a:cxnLst/>
                <a:rect l="textAreaLeft" t="textAreaTop" r="textAreaRight" b="textAreaBottom"/>
                <a:pathLst>
                  <a:path w="889" h="1196">
                    <a:moveTo>
                      <a:pt x="889" y="445"/>
                    </a:moveTo>
                    <a:lnTo>
                      <a:pt x="444" y="0"/>
                    </a:lnTo>
                    <a:lnTo>
                      <a:pt x="0" y="445"/>
                    </a:lnTo>
                    <a:lnTo>
                      <a:pt x="164" y="445"/>
                    </a:lnTo>
                    <a:lnTo>
                      <a:pt x="164" y="1196"/>
                    </a:lnTo>
                    <a:lnTo>
                      <a:pt x="724" y="1196"/>
                    </a:lnTo>
                    <a:lnTo>
                      <a:pt x="724" y="445"/>
                    </a:lnTo>
                    <a:lnTo>
                      <a:pt x="889" y="445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0" name="Google Shape;1605;p28"/>
              <p:cNvSpPr/>
              <p:nvPr/>
            </p:nvSpPr>
            <p:spPr>
              <a:xfrm>
                <a:off x="2139480" y="1245600"/>
                <a:ext cx="183240" cy="246240"/>
              </a:xfrm>
              <a:custGeom>
                <a:avLst/>
                <a:gdLst>
                  <a:gd name="textAreaLeft" fmla="*/ 0 w 183240"/>
                  <a:gd name="textAreaRight" fmla="*/ 183600 w 183240"/>
                  <a:gd name="textAreaTop" fmla="*/ 0 h 246240"/>
                  <a:gd name="textAreaBottom" fmla="*/ 246600 h 246240"/>
                </a:gdLst>
                <a:ahLst/>
                <a:cxnLst/>
                <a:rect l="textAreaLeft" t="textAreaTop" r="textAreaRight" b="textAreaBottom"/>
                <a:pathLst>
                  <a:path w="601" h="808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1" name="Google Shape;1606;p28"/>
              <p:cNvSpPr/>
              <p:nvPr/>
            </p:nvSpPr>
            <p:spPr>
              <a:xfrm>
                <a:off x="2336760" y="1486440"/>
                <a:ext cx="128880" cy="173880"/>
              </a:xfrm>
              <a:custGeom>
                <a:avLst/>
                <a:gdLst>
                  <a:gd name="textAreaLeft" fmla="*/ 0 w 128880"/>
                  <a:gd name="textAreaRight" fmla="*/ 129240 w 128880"/>
                  <a:gd name="textAreaTop" fmla="*/ 0 h 173880"/>
                  <a:gd name="textAreaBottom" fmla="*/ 174240 h 173880"/>
                </a:gdLst>
                <a:ahLst/>
                <a:cxnLst/>
                <a:rect l="textAreaLeft" t="textAreaTop" r="textAreaRight" b="textAreaBottom"/>
                <a:pathLst>
                  <a:path w="423" h="570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2" name="Google Shape;1607;p28"/>
              <p:cNvSpPr/>
              <p:nvPr/>
            </p:nvSpPr>
            <p:spPr>
              <a:xfrm>
                <a:off x="2286000" y="577800"/>
                <a:ext cx="624600" cy="624600"/>
              </a:xfrm>
              <a:custGeom>
                <a:avLst/>
                <a:gdLst>
                  <a:gd name="textAreaLeft" fmla="*/ 0 w 624600"/>
                  <a:gd name="textAreaRight" fmla="*/ 624960 w 624600"/>
                  <a:gd name="textAreaTop" fmla="*/ 0 h 624600"/>
                  <a:gd name="textAreaBottom" fmla="*/ 624960 h 624600"/>
                </a:gdLst>
                <a:ahLst/>
                <a:cxnLst/>
                <a:rect l="textAreaLeft" t="textAreaTop" r="textAreaRight" b="textAreaBottom"/>
                <a:pathLst>
                  <a:path w="2047" h="2047">
                    <a:moveTo>
                      <a:pt x="2047" y="1024"/>
                    </a:moveTo>
                    <a:cubicBezTo>
                      <a:pt x="2047" y="1203"/>
                      <a:pt x="2000" y="1379"/>
                      <a:pt x="1910" y="1535"/>
                    </a:cubicBezTo>
                    <a:cubicBezTo>
                      <a:pt x="1820" y="1690"/>
                      <a:pt x="1690" y="1820"/>
                      <a:pt x="1535" y="1910"/>
                    </a:cubicBezTo>
                    <a:cubicBezTo>
                      <a:pt x="1379" y="2000"/>
                      <a:pt x="1203" y="2047"/>
                      <a:pt x="1024" y="2047"/>
                    </a:cubicBezTo>
                    <a:cubicBezTo>
                      <a:pt x="844" y="2047"/>
                      <a:pt x="668" y="2000"/>
                      <a:pt x="512" y="1910"/>
                    </a:cubicBezTo>
                    <a:cubicBezTo>
                      <a:pt x="356" y="1820"/>
                      <a:pt x="226" y="1690"/>
                      <a:pt x="137" y="1535"/>
                    </a:cubicBezTo>
                    <a:cubicBezTo>
                      <a:pt x="47" y="1379"/>
                      <a:pt x="0" y="1203"/>
                      <a:pt x="0" y="1024"/>
                    </a:cubicBezTo>
                    <a:cubicBezTo>
                      <a:pt x="0" y="844"/>
                      <a:pt x="48" y="668"/>
                      <a:pt x="137" y="512"/>
                    </a:cubicBezTo>
                    <a:cubicBezTo>
                      <a:pt x="227" y="356"/>
                      <a:pt x="356" y="226"/>
                      <a:pt x="512" y="137"/>
                    </a:cubicBezTo>
                    <a:cubicBezTo>
                      <a:pt x="668" y="47"/>
                      <a:pt x="844" y="0"/>
                      <a:pt x="1024" y="0"/>
                    </a:cubicBezTo>
                    <a:cubicBezTo>
                      <a:pt x="1203" y="0"/>
                      <a:pt x="1379" y="47"/>
                      <a:pt x="1535" y="137"/>
                    </a:cubicBezTo>
                    <a:cubicBezTo>
                      <a:pt x="1690" y="226"/>
                      <a:pt x="1820" y="356"/>
                      <a:pt x="1910" y="512"/>
                    </a:cubicBezTo>
                    <a:cubicBezTo>
                      <a:pt x="2000" y="668"/>
                      <a:pt x="2047" y="844"/>
                      <a:pt x="2047" y="102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1608;p28"/>
              <p:cNvSpPr/>
              <p:nvPr/>
            </p:nvSpPr>
            <p:spPr>
              <a:xfrm>
                <a:off x="2598840" y="890640"/>
                <a:ext cx="312120" cy="302760"/>
              </a:xfrm>
              <a:custGeom>
                <a:avLst/>
                <a:gdLst>
                  <a:gd name="textAreaLeft" fmla="*/ 0 w 312120"/>
                  <a:gd name="textAreaRight" fmla="*/ 312480 w 312120"/>
                  <a:gd name="textAreaTop" fmla="*/ 0 h 302760"/>
                  <a:gd name="textAreaBottom" fmla="*/ 303120 h 302760"/>
                </a:gdLst>
                <a:ahLst/>
                <a:cxnLst/>
                <a:rect l="textAreaLeft" t="textAreaTop" r="textAreaRight" b="textAreaBottom"/>
                <a:pathLst>
                  <a:path w="1023" h="993">
                    <a:moveTo>
                      <a:pt x="0" y="0"/>
                    </a:moveTo>
                    <a:lnTo>
                      <a:pt x="1023" y="0"/>
                    </a:lnTo>
                    <a:cubicBezTo>
                      <a:pt x="1023" y="228"/>
                      <a:pt x="946" y="451"/>
                      <a:pt x="805" y="631"/>
                    </a:cubicBezTo>
                    <a:cubicBezTo>
                      <a:pt x="664" y="811"/>
                      <a:pt x="467" y="938"/>
                      <a:pt x="245" y="9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64" name="Google Shape;1609;p28"/>
            <p:cNvGrpSpPr/>
            <p:nvPr/>
          </p:nvGrpSpPr>
          <p:grpSpPr>
            <a:xfrm>
              <a:off x="591120" y="2447280"/>
              <a:ext cx="802440" cy="1192680"/>
              <a:chOff x="591120" y="2447280"/>
              <a:chExt cx="802440" cy="1192680"/>
            </a:xfrm>
          </p:grpSpPr>
          <p:sp>
            <p:nvSpPr>
              <p:cNvPr id="265" name="Google Shape;1610;p28"/>
              <p:cNvSpPr/>
              <p:nvPr/>
            </p:nvSpPr>
            <p:spPr>
              <a:xfrm>
                <a:off x="767880" y="2447280"/>
                <a:ext cx="279000" cy="658440"/>
              </a:xfrm>
              <a:custGeom>
                <a:avLst/>
                <a:gdLst>
                  <a:gd name="textAreaLeft" fmla="*/ 0 w 279000"/>
                  <a:gd name="textAreaRight" fmla="*/ 279360 w 279000"/>
                  <a:gd name="textAreaTop" fmla="*/ 0 h 658440"/>
                  <a:gd name="textAreaBottom" fmla="*/ 658800 h 658440"/>
                </a:gdLst>
                <a:ahLst/>
                <a:cxnLst/>
                <a:rect l="textAreaLeft" t="textAreaTop" r="textAreaRight" b="textAreaBottom"/>
                <a:pathLst>
                  <a:path w="889" h="2097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1611;p28"/>
              <p:cNvSpPr/>
              <p:nvPr/>
            </p:nvSpPr>
            <p:spPr>
              <a:xfrm>
                <a:off x="591120" y="3197880"/>
                <a:ext cx="802440" cy="74880"/>
              </a:xfrm>
              <a:custGeom>
                <a:avLst/>
                <a:gdLst>
                  <a:gd name="textAreaLeft" fmla="*/ 0 w 802440"/>
                  <a:gd name="textAreaRight" fmla="*/ 802800 w 802440"/>
                  <a:gd name="textAreaTop" fmla="*/ 0 h 74880"/>
                  <a:gd name="textAreaBottom" fmla="*/ 75240 h 74880"/>
                </a:gdLst>
                <a:ahLst/>
                <a:cxnLst/>
                <a:rect l="textAreaLeft" t="textAreaTop" r="textAreaRight" b="textAreaBottom"/>
                <a:pathLst>
                  <a:path w="2555" h="239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7440" rIns="90000" bIns="37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1612;p28"/>
              <p:cNvSpPr/>
              <p:nvPr/>
            </p:nvSpPr>
            <p:spPr>
              <a:xfrm>
                <a:off x="591120" y="3320280"/>
                <a:ext cx="802440" cy="74520"/>
              </a:xfrm>
              <a:custGeom>
                <a:avLst/>
                <a:gdLst>
                  <a:gd name="textAreaLeft" fmla="*/ 0 w 802440"/>
                  <a:gd name="textAreaRight" fmla="*/ 802800 w 802440"/>
                  <a:gd name="textAreaTop" fmla="*/ 0 h 74520"/>
                  <a:gd name="textAreaBottom" fmla="*/ 74880 h 74520"/>
                </a:gdLst>
                <a:ahLst/>
                <a:cxnLst/>
                <a:rect l="textAreaLeft" t="textAreaTop" r="textAreaRight" b="textAreaBottom"/>
                <a:pathLst>
                  <a:path w="2555" h="238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7440" rIns="90000" bIns="37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8" name="Google Shape;1613;p28"/>
              <p:cNvSpPr/>
              <p:nvPr/>
            </p:nvSpPr>
            <p:spPr>
              <a:xfrm>
                <a:off x="591120" y="3443040"/>
                <a:ext cx="802440" cy="74520"/>
              </a:xfrm>
              <a:custGeom>
                <a:avLst/>
                <a:gdLst>
                  <a:gd name="textAreaLeft" fmla="*/ 0 w 802440"/>
                  <a:gd name="textAreaRight" fmla="*/ 802800 w 802440"/>
                  <a:gd name="textAreaTop" fmla="*/ 0 h 74520"/>
                  <a:gd name="textAreaBottom" fmla="*/ 74880 h 74520"/>
                </a:gdLst>
                <a:ahLst/>
                <a:cxnLst/>
                <a:rect l="textAreaLeft" t="textAreaTop" r="textAreaRight" b="textAreaBottom"/>
                <a:pathLst>
                  <a:path w="2555" h="238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7440" rIns="90000" bIns="37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9" name="Google Shape;1614;p28"/>
              <p:cNvSpPr/>
              <p:nvPr/>
            </p:nvSpPr>
            <p:spPr>
              <a:xfrm>
                <a:off x="591120" y="3565440"/>
                <a:ext cx="407880" cy="74520"/>
              </a:xfrm>
              <a:custGeom>
                <a:avLst/>
                <a:gdLst>
                  <a:gd name="textAreaLeft" fmla="*/ 0 w 407880"/>
                  <a:gd name="textAreaRight" fmla="*/ 408240 w 407880"/>
                  <a:gd name="textAreaTop" fmla="*/ 0 h 74520"/>
                  <a:gd name="textAreaBottom" fmla="*/ 74880 h 74520"/>
                </a:gdLst>
                <a:ahLst/>
                <a:cxnLst/>
                <a:rect l="textAreaLeft" t="textAreaTop" r="textAreaRight" b="textAreaBottom"/>
                <a:pathLst>
                  <a:path w="1299" h="238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7440" rIns="90000" bIns="374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70" name="Google Shape;1615;p28"/>
            <p:cNvSpPr/>
            <p:nvPr/>
          </p:nvSpPr>
          <p:spPr>
            <a:xfrm flipH="1">
              <a:off x="1100880" y="4546440"/>
              <a:ext cx="1842120" cy="77400"/>
            </a:xfrm>
            <a:custGeom>
              <a:avLst/>
              <a:gdLst>
                <a:gd name="textAreaLeft" fmla="*/ -360 w 1842120"/>
                <a:gd name="textAreaRight" fmla="*/ 1842120 w 18421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5369" h="227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720" rIns="90000" bIns="3672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616;p28"/>
            <p:cNvSpPr/>
            <p:nvPr/>
          </p:nvSpPr>
          <p:spPr>
            <a:xfrm flipH="1">
              <a:off x="1101240" y="2725560"/>
              <a:ext cx="1850400" cy="1850040"/>
            </a:xfrm>
            <a:custGeom>
              <a:avLst/>
              <a:gdLst>
                <a:gd name="textAreaLeft" fmla="*/ 360 w 1850400"/>
                <a:gd name="textAreaRight" fmla="*/ 1851120 w 1850400"/>
                <a:gd name="textAreaTop" fmla="*/ 0 h 1850040"/>
                <a:gd name="textAreaBottom" fmla="*/ 1850400 h 1850040"/>
              </a:gdLst>
              <a:ahLst/>
              <a:cxnLst/>
              <a:rect l="textAreaLeft" t="textAreaTop" r="textAreaRight" b="textAreaBottom"/>
              <a:pathLst>
                <a:path w="5393" h="5392">
                  <a:moveTo>
                    <a:pt x="4603" y="789"/>
                  </a:moveTo>
                  <a:cubicBezTo>
                    <a:pt x="4938" y="1124"/>
                    <a:pt x="5178" y="1541"/>
                    <a:pt x="5301" y="1998"/>
                  </a:cubicBezTo>
                  <a:cubicBezTo>
                    <a:pt x="5423" y="2455"/>
                    <a:pt x="5423" y="2936"/>
                    <a:pt x="5301" y="3393"/>
                  </a:cubicBezTo>
                  <a:cubicBezTo>
                    <a:pt x="5178" y="3850"/>
                    <a:pt x="4938" y="4267"/>
                    <a:pt x="4603" y="4602"/>
                  </a:cubicBezTo>
                  <a:cubicBezTo>
                    <a:pt x="4268" y="4937"/>
                    <a:pt x="3851" y="5178"/>
                    <a:pt x="3394" y="5300"/>
                  </a:cubicBezTo>
                  <a:cubicBezTo>
                    <a:pt x="2937" y="5423"/>
                    <a:pt x="2456" y="5423"/>
                    <a:pt x="1999" y="5300"/>
                  </a:cubicBezTo>
                  <a:cubicBezTo>
                    <a:pt x="1541" y="5178"/>
                    <a:pt x="1125" y="4937"/>
                    <a:pt x="790" y="4602"/>
                  </a:cubicBezTo>
                  <a:cubicBezTo>
                    <a:pt x="455" y="4267"/>
                    <a:pt x="215" y="3850"/>
                    <a:pt x="92" y="3393"/>
                  </a:cubicBezTo>
                  <a:cubicBezTo>
                    <a:pt x="-30" y="2936"/>
                    <a:pt x="-30" y="2455"/>
                    <a:pt x="92" y="1998"/>
                  </a:cubicBezTo>
                  <a:cubicBezTo>
                    <a:pt x="215" y="1541"/>
                    <a:pt x="455" y="1124"/>
                    <a:pt x="790" y="789"/>
                  </a:cubicBezTo>
                  <a:cubicBezTo>
                    <a:pt x="1125" y="454"/>
                    <a:pt x="1541" y="214"/>
                    <a:pt x="1999" y="91"/>
                  </a:cubicBezTo>
                  <a:cubicBezTo>
                    <a:pt x="2456" y="-31"/>
                    <a:pt x="2937" y="-31"/>
                    <a:pt x="3394" y="91"/>
                  </a:cubicBezTo>
                  <a:cubicBezTo>
                    <a:pt x="3851" y="214"/>
                    <a:pt x="4268" y="454"/>
                    <a:pt x="4603" y="78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617;p28"/>
            <p:cNvSpPr/>
            <p:nvPr/>
          </p:nvSpPr>
          <p:spPr>
            <a:xfrm flipH="1">
              <a:off x="1196280" y="2821320"/>
              <a:ext cx="1659240" cy="1658520"/>
            </a:xfrm>
            <a:custGeom>
              <a:avLst/>
              <a:gdLst>
                <a:gd name="textAreaLeft" fmla="*/ -360 w 1659240"/>
                <a:gd name="textAreaRight" fmla="*/ 1659240 w 1659240"/>
                <a:gd name="textAreaTop" fmla="*/ 0 h 1658520"/>
                <a:gd name="textAreaBottom" fmla="*/ 1658880 h 1658520"/>
              </a:gdLst>
              <a:ahLst/>
              <a:cxnLst/>
              <a:rect l="textAreaLeft" t="textAreaTop" r="textAreaRight" b="textAreaBottom"/>
              <a:pathLst>
                <a:path w="4836" h="4834">
                  <a:moveTo>
                    <a:pt x="4128" y="707"/>
                  </a:moveTo>
                  <a:cubicBezTo>
                    <a:pt x="4428" y="1007"/>
                    <a:pt x="4644" y="1381"/>
                    <a:pt x="4754" y="1791"/>
                  </a:cubicBezTo>
                  <a:cubicBezTo>
                    <a:pt x="4864" y="2201"/>
                    <a:pt x="4864" y="2632"/>
                    <a:pt x="4754" y="3042"/>
                  </a:cubicBezTo>
                  <a:cubicBezTo>
                    <a:pt x="4644" y="3452"/>
                    <a:pt x="4428" y="3826"/>
                    <a:pt x="4128" y="4126"/>
                  </a:cubicBezTo>
                  <a:cubicBezTo>
                    <a:pt x="3828" y="4426"/>
                    <a:pt x="3454" y="4643"/>
                    <a:pt x="3044" y="4752"/>
                  </a:cubicBezTo>
                  <a:cubicBezTo>
                    <a:pt x="2634" y="4862"/>
                    <a:pt x="2203" y="4862"/>
                    <a:pt x="1793" y="4752"/>
                  </a:cubicBezTo>
                  <a:cubicBezTo>
                    <a:pt x="1383" y="4643"/>
                    <a:pt x="1009" y="4426"/>
                    <a:pt x="709" y="4126"/>
                  </a:cubicBezTo>
                  <a:cubicBezTo>
                    <a:pt x="409" y="3826"/>
                    <a:pt x="193" y="3452"/>
                    <a:pt x="83" y="3042"/>
                  </a:cubicBezTo>
                  <a:cubicBezTo>
                    <a:pt x="-27" y="2632"/>
                    <a:pt x="-27" y="2201"/>
                    <a:pt x="83" y="1791"/>
                  </a:cubicBezTo>
                  <a:cubicBezTo>
                    <a:pt x="193" y="1381"/>
                    <a:pt x="409" y="1007"/>
                    <a:pt x="709" y="707"/>
                  </a:cubicBezTo>
                  <a:cubicBezTo>
                    <a:pt x="1009" y="407"/>
                    <a:pt x="1383" y="191"/>
                    <a:pt x="1793" y="81"/>
                  </a:cubicBezTo>
                  <a:cubicBezTo>
                    <a:pt x="2203" y="-28"/>
                    <a:pt x="2634" y="-28"/>
                    <a:pt x="3044" y="81"/>
                  </a:cubicBezTo>
                  <a:cubicBezTo>
                    <a:pt x="3454" y="191"/>
                    <a:pt x="3828" y="407"/>
                    <a:pt x="4128" y="70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618;p28"/>
            <p:cNvSpPr/>
            <p:nvPr/>
          </p:nvSpPr>
          <p:spPr>
            <a:xfrm flipH="1">
              <a:off x="2148120" y="4119480"/>
              <a:ext cx="72000" cy="27720"/>
            </a:xfrm>
            <a:custGeom>
              <a:avLst/>
              <a:gdLst>
                <a:gd name="textAreaLeft" fmla="*/ 360 w 72000"/>
                <a:gd name="textAreaRight" fmla="*/ 72720 w 7200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11" h="82">
                  <a:moveTo>
                    <a:pt x="206" y="82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211" y="66"/>
                  </a:lnTo>
                  <a:lnTo>
                    <a:pt x="206" y="82"/>
                  </a:lnTo>
                  <a:close/>
                </a:path>
              </a:pathLst>
            </a:custGeom>
            <a:solidFill>
              <a:srgbClr val="FDD56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619;p28"/>
            <p:cNvSpPr/>
            <p:nvPr/>
          </p:nvSpPr>
          <p:spPr>
            <a:xfrm flipH="1">
              <a:off x="2145960" y="4113000"/>
              <a:ext cx="74160" cy="34200"/>
            </a:xfrm>
            <a:custGeom>
              <a:avLst/>
              <a:gdLst>
                <a:gd name="textAreaLeft" fmla="*/ 360 w 74160"/>
                <a:gd name="textAreaRight" fmla="*/ 74880 w 741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217" h="101">
                  <a:moveTo>
                    <a:pt x="206" y="101"/>
                  </a:moveTo>
                  <a:lnTo>
                    <a:pt x="0" y="34"/>
                  </a:lnTo>
                  <a:lnTo>
                    <a:pt x="11" y="0"/>
                  </a:lnTo>
                  <a:lnTo>
                    <a:pt x="217" y="67"/>
                  </a:lnTo>
                  <a:lnTo>
                    <a:pt x="206" y="101"/>
                  </a:lnTo>
                  <a:close/>
                </a:path>
              </a:pathLst>
            </a:custGeom>
            <a:solidFill>
              <a:srgbClr val="FDD46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620;p28"/>
            <p:cNvSpPr/>
            <p:nvPr/>
          </p:nvSpPr>
          <p:spPr>
            <a:xfrm flipH="1">
              <a:off x="2143440" y="4106880"/>
              <a:ext cx="75960" cy="3924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22" h="115">
                  <a:moveTo>
                    <a:pt x="206" y="115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36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621;p28"/>
            <p:cNvSpPr/>
            <p:nvPr/>
          </p:nvSpPr>
          <p:spPr>
            <a:xfrm flipH="1">
              <a:off x="2141280" y="4100400"/>
              <a:ext cx="75960" cy="3960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22" h="116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36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622;p28"/>
            <p:cNvSpPr/>
            <p:nvPr/>
          </p:nvSpPr>
          <p:spPr>
            <a:xfrm flipH="1">
              <a:off x="2139120" y="4094280"/>
              <a:ext cx="75960" cy="3924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22" h="115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26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623;p28"/>
            <p:cNvSpPr/>
            <p:nvPr/>
          </p:nvSpPr>
          <p:spPr>
            <a:xfrm flipH="1">
              <a:off x="2136960" y="4087800"/>
              <a:ext cx="75960" cy="3960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22" h="116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16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624;p28"/>
            <p:cNvSpPr/>
            <p:nvPr/>
          </p:nvSpPr>
          <p:spPr>
            <a:xfrm flipH="1">
              <a:off x="2135160" y="4081320"/>
              <a:ext cx="75960" cy="3924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22" h="115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16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625;p28"/>
            <p:cNvSpPr/>
            <p:nvPr/>
          </p:nvSpPr>
          <p:spPr>
            <a:xfrm flipH="1">
              <a:off x="2133000" y="4074840"/>
              <a:ext cx="75960" cy="3960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22" h="116">
                  <a:moveTo>
                    <a:pt x="206" y="116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06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626;p28"/>
            <p:cNvSpPr/>
            <p:nvPr/>
          </p:nvSpPr>
          <p:spPr>
            <a:xfrm flipH="1">
              <a:off x="2130840" y="4068360"/>
              <a:ext cx="75960" cy="3960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22" h="116">
                  <a:moveTo>
                    <a:pt x="206" y="116"/>
                  </a:moveTo>
                  <a:lnTo>
                    <a:pt x="0" y="50"/>
                  </a:lnTo>
                  <a:lnTo>
                    <a:pt x="15" y="0"/>
                  </a:lnTo>
                  <a:lnTo>
                    <a:pt x="222" y="67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CF6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627;p28"/>
            <p:cNvSpPr/>
            <p:nvPr/>
          </p:nvSpPr>
          <p:spPr>
            <a:xfrm flipH="1">
              <a:off x="2128680" y="4062240"/>
              <a:ext cx="75960" cy="3924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22" h="115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F6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628;p28"/>
            <p:cNvSpPr/>
            <p:nvPr/>
          </p:nvSpPr>
          <p:spPr>
            <a:xfrm flipH="1">
              <a:off x="2127600" y="4055760"/>
              <a:ext cx="76320" cy="39600"/>
            </a:xfrm>
            <a:custGeom>
              <a:avLst/>
              <a:gdLst>
                <a:gd name="textAreaLeft" fmla="*/ 360 w 76320"/>
                <a:gd name="textAreaRight" fmla="*/ 77040 w 7632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23" h="116">
                  <a:moveTo>
                    <a:pt x="207" y="116"/>
                  </a:moveTo>
                  <a:lnTo>
                    <a:pt x="0" y="50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E6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629;p28"/>
            <p:cNvSpPr/>
            <p:nvPr/>
          </p:nvSpPr>
          <p:spPr>
            <a:xfrm flipH="1">
              <a:off x="2124720" y="4049640"/>
              <a:ext cx="75960" cy="39240"/>
            </a:xfrm>
            <a:custGeom>
              <a:avLst/>
              <a:gdLst>
                <a:gd name="textAreaLeft" fmla="*/ -360 w 75960"/>
                <a:gd name="textAreaRight" fmla="*/ 75960 w 7596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222" h="115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D5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630;p28"/>
            <p:cNvSpPr/>
            <p:nvPr/>
          </p:nvSpPr>
          <p:spPr>
            <a:xfrm flipH="1">
              <a:off x="2123280" y="4043160"/>
              <a:ext cx="76320" cy="39600"/>
            </a:xfrm>
            <a:custGeom>
              <a:avLst/>
              <a:gdLst>
                <a:gd name="textAreaLeft" fmla="*/ 360 w 76320"/>
                <a:gd name="textAreaRight" fmla="*/ 77040 w 76320"/>
                <a:gd name="textAreaTop" fmla="*/ 0 h 39600"/>
                <a:gd name="textAreaBottom" fmla="*/ 39960 h 39600"/>
              </a:gdLst>
              <a:ahLst/>
              <a:cxnLst/>
              <a:rect l="textAreaLeft" t="textAreaTop" r="textAreaRight" b="textAreaBottom"/>
              <a:pathLst>
                <a:path w="223" h="116">
                  <a:moveTo>
                    <a:pt x="207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D5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631;p28"/>
            <p:cNvSpPr/>
            <p:nvPr/>
          </p:nvSpPr>
          <p:spPr>
            <a:xfrm flipH="1">
              <a:off x="2070000" y="4020120"/>
              <a:ext cx="150120" cy="49680"/>
            </a:xfrm>
            <a:custGeom>
              <a:avLst/>
              <a:gdLst>
                <a:gd name="textAreaLeft" fmla="*/ -360 w 150120"/>
                <a:gd name="textAreaRight" fmla="*/ 150120 w 150120"/>
                <a:gd name="textAreaTop" fmla="*/ 0 h 49680"/>
                <a:gd name="textAreaBottom" fmla="*/ 50040 h 49680"/>
              </a:gdLst>
              <a:ahLst/>
              <a:cxnLst/>
              <a:rect l="textAreaLeft" t="textAreaTop" r="textAreaRight" b="textAreaBottom"/>
              <a:pathLst>
                <a:path w="439" h="146">
                  <a:moveTo>
                    <a:pt x="88" y="41"/>
                  </a:moveTo>
                  <a:cubicBezTo>
                    <a:pt x="57" y="28"/>
                    <a:pt x="28" y="15"/>
                    <a:pt x="0" y="0"/>
                  </a:cubicBezTo>
                  <a:lnTo>
                    <a:pt x="439" y="142"/>
                  </a:lnTo>
                  <a:cubicBezTo>
                    <a:pt x="392" y="135"/>
                    <a:pt x="343" y="125"/>
                    <a:pt x="293" y="111"/>
                  </a:cubicBezTo>
                  <a:lnTo>
                    <a:pt x="282" y="146"/>
                  </a:lnTo>
                  <a:lnTo>
                    <a:pt x="75" y="79"/>
                  </a:lnTo>
                  <a:lnTo>
                    <a:pt x="88" y="41"/>
                  </a:lnTo>
                  <a:close/>
                </a:path>
              </a:pathLst>
            </a:custGeom>
            <a:solidFill>
              <a:srgbClr val="FDCB5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7560" rIns="90000" bIns="756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632;p28"/>
            <p:cNvSpPr/>
            <p:nvPr/>
          </p:nvSpPr>
          <p:spPr>
            <a:xfrm flipH="1">
              <a:off x="2038680" y="4003560"/>
              <a:ext cx="212400" cy="68400"/>
            </a:xfrm>
            <a:custGeom>
              <a:avLst/>
              <a:gdLst>
                <a:gd name="textAreaLeft" fmla="*/ 360 w 212400"/>
                <a:gd name="textAreaRight" fmla="*/ 213120 w 21240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20" h="200">
                  <a:moveTo>
                    <a:pt x="175" y="89"/>
                  </a:moveTo>
                  <a:cubicBezTo>
                    <a:pt x="112" y="63"/>
                    <a:pt x="54" y="33"/>
                    <a:pt x="0" y="0"/>
                  </a:cubicBezTo>
                  <a:lnTo>
                    <a:pt x="620" y="200"/>
                  </a:lnTo>
                  <a:cubicBezTo>
                    <a:pt x="544" y="195"/>
                    <a:pt x="464" y="182"/>
                    <a:pt x="380" y="159"/>
                  </a:cubicBezTo>
                  <a:lnTo>
                    <a:pt x="375" y="175"/>
                  </a:lnTo>
                  <a:lnTo>
                    <a:pt x="168" y="109"/>
                  </a:lnTo>
                  <a:lnTo>
                    <a:pt x="175" y="89"/>
                  </a:lnTo>
                  <a:close/>
                </a:path>
              </a:pathLst>
            </a:custGeom>
            <a:solidFill>
              <a:srgbClr val="FDCB5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7000" rIns="90000" bIns="27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633;p28"/>
            <p:cNvSpPr/>
            <p:nvPr/>
          </p:nvSpPr>
          <p:spPr>
            <a:xfrm flipH="1">
              <a:off x="2013840" y="3989520"/>
              <a:ext cx="259200" cy="83520"/>
            </a:xfrm>
            <a:custGeom>
              <a:avLst/>
              <a:gdLst>
                <a:gd name="textAreaLeft" fmla="*/ 360 w 259200"/>
                <a:gd name="textAreaRight" fmla="*/ 259920 w 259200"/>
                <a:gd name="textAreaTop" fmla="*/ 0 h 83520"/>
                <a:gd name="textAreaBottom" fmla="*/ 83880 h 83520"/>
              </a:gdLst>
              <a:ahLst/>
              <a:cxnLst/>
              <a:rect l="textAreaLeft" t="textAreaTop" r="textAreaRight" b="textAreaBottom"/>
              <a:pathLst>
                <a:path w="756" h="244">
                  <a:moveTo>
                    <a:pt x="239" y="130"/>
                  </a:moveTo>
                  <a:cubicBezTo>
                    <a:pt x="151" y="93"/>
                    <a:pt x="71" y="49"/>
                    <a:pt x="0" y="0"/>
                  </a:cubicBezTo>
                  <a:lnTo>
                    <a:pt x="756" y="244"/>
                  </a:lnTo>
                  <a:cubicBezTo>
                    <a:pt x="670" y="244"/>
                    <a:pt x="578" y="233"/>
                    <a:pt x="480" y="209"/>
                  </a:cubicBezTo>
                  <a:lnTo>
                    <a:pt x="238" y="131"/>
                  </a:lnTo>
                  <a:lnTo>
                    <a:pt x="239" y="130"/>
                  </a:lnTo>
                  <a:close/>
                </a:path>
              </a:pathLst>
            </a:custGeom>
            <a:solidFill>
              <a:srgbClr val="FDCA5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1760" rIns="90000" bIns="4176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634;p28"/>
            <p:cNvSpPr/>
            <p:nvPr/>
          </p:nvSpPr>
          <p:spPr>
            <a:xfrm flipH="1">
              <a:off x="1994040" y="3977280"/>
              <a:ext cx="295920" cy="95760"/>
            </a:xfrm>
            <a:custGeom>
              <a:avLst/>
              <a:gdLst>
                <a:gd name="textAreaLeft" fmla="*/ 360 w 295920"/>
                <a:gd name="textAreaRight" fmla="*/ 296640 w 2959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863" h="280">
                  <a:moveTo>
                    <a:pt x="0" y="0"/>
                  </a:moveTo>
                  <a:lnTo>
                    <a:pt x="863" y="278"/>
                  </a:lnTo>
                  <a:cubicBezTo>
                    <a:pt x="803" y="282"/>
                    <a:pt x="740" y="280"/>
                    <a:pt x="675" y="272"/>
                  </a:cubicBezTo>
                  <a:lnTo>
                    <a:pt x="166" y="108"/>
                  </a:lnTo>
                  <a:cubicBezTo>
                    <a:pt x="106" y="75"/>
                    <a:pt x="50" y="39"/>
                    <a:pt x="0" y="0"/>
                  </a:cubicBezTo>
                  <a:close/>
                </a:path>
              </a:pathLst>
            </a:custGeom>
            <a:solidFill>
              <a:srgbClr val="FDC95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635;p28"/>
            <p:cNvSpPr/>
            <p:nvPr/>
          </p:nvSpPr>
          <p:spPr>
            <a:xfrm flipH="1">
              <a:off x="1977480" y="3965400"/>
              <a:ext cx="326160" cy="107280"/>
            </a:xfrm>
            <a:custGeom>
              <a:avLst/>
              <a:gdLst>
                <a:gd name="textAreaLeft" fmla="*/ 360 w 326160"/>
                <a:gd name="textAreaRight" fmla="*/ 326880 w 32616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951" h="314">
                  <a:moveTo>
                    <a:pt x="0" y="0"/>
                  </a:moveTo>
                  <a:lnTo>
                    <a:pt x="951" y="307"/>
                  </a:lnTo>
                  <a:cubicBezTo>
                    <a:pt x="903" y="313"/>
                    <a:pt x="853" y="315"/>
                    <a:pt x="801" y="313"/>
                  </a:cubicBezTo>
                  <a:lnTo>
                    <a:pt x="127" y="95"/>
                  </a:lnTo>
                  <a:cubicBezTo>
                    <a:pt x="81" y="66"/>
                    <a:pt x="39" y="34"/>
                    <a:pt x="0" y="0"/>
                  </a:cubicBezTo>
                  <a:close/>
                </a:path>
              </a:pathLst>
            </a:custGeom>
            <a:solidFill>
              <a:srgbClr val="FDC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636;p28"/>
            <p:cNvSpPr/>
            <p:nvPr/>
          </p:nvSpPr>
          <p:spPr>
            <a:xfrm flipH="1">
              <a:off x="1961280" y="3954960"/>
              <a:ext cx="353160" cy="117720"/>
            </a:xfrm>
            <a:custGeom>
              <a:avLst/>
              <a:gdLst>
                <a:gd name="textAreaLeft" fmla="*/ -360 w 353160"/>
                <a:gd name="textAreaRight" fmla="*/ 353160 w 353160"/>
                <a:gd name="textAreaTop" fmla="*/ 0 h 117720"/>
                <a:gd name="textAreaBottom" fmla="*/ 118080 h 117720"/>
              </a:gdLst>
              <a:ahLst/>
              <a:cxnLst/>
              <a:rect l="textAreaLeft" t="textAreaTop" r="textAreaRight" b="textAreaBottom"/>
              <a:pathLst>
                <a:path w="1030" h="344">
                  <a:moveTo>
                    <a:pt x="0" y="0"/>
                  </a:moveTo>
                  <a:lnTo>
                    <a:pt x="1030" y="332"/>
                  </a:lnTo>
                  <a:cubicBezTo>
                    <a:pt x="988" y="339"/>
                    <a:pt x="944" y="343"/>
                    <a:pt x="898" y="344"/>
                  </a:cubicBezTo>
                  <a:lnTo>
                    <a:pt x="106" y="89"/>
                  </a:lnTo>
                  <a:cubicBezTo>
                    <a:pt x="68" y="61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FDC8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637;p28"/>
            <p:cNvSpPr/>
            <p:nvPr/>
          </p:nvSpPr>
          <p:spPr>
            <a:xfrm flipH="1">
              <a:off x="1948320" y="3944520"/>
              <a:ext cx="376200" cy="127080"/>
            </a:xfrm>
            <a:custGeom>
              <a:avLst/>
              <a:gdLst>
                <a:gd name="textAreaLeft" fmla="*/ -360 w 376200"/>
                <a:gd name="textAreaRight" fmla="*/ 376200 w 376200"/>
                <a:gd name="textAreaTop" fmla="*/ 0 h 127080"/>
                <a:gd name="textAreaBottom" fmla="*/ 127440 h 127080"/>
              </a:gdLst>
              <a:ahLst/>
              <a:cxnLst/>
              <a:rect l="textAreaLeft" t="textAreaTop" r="textAreaRight" b="textAreaBottom"/>
              <a:pathLst>
                <a:path w="1097" h="371">
                  <a:moveTo>
                    <a:pt x="0" y="0"/>
                  </a:moveTo>
                  <a:lnTo>
                    <a:pt x="1097" y="354"/>
                  </a:lnTo>
                  <a:cubicBezTo>
                    <a:pt x="1061" y="362"/>
                    <a:pt x="1023" y="368"/>
                    <a:pt x="983" y="371"/>
                  </a:cubicBezTo>
                  <a:lnTo>
                    <a:pt x="88" y="83"/>
                  </a:lnTo>
                  <a:cubicBezTo>
                    <a:pt x="56" y="56"/>
                    <a:pt x="27" y="29"/>
                    <a:pt x="0" y="0"/>
                  </a:cubicBezTo>
                  <a:close/>
                </a:path>
              </a:pathLst>
            </a:custGeom>
            <a:solidFill>
              <a:srgbClr val="FDC75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638;p28"/>
            <p:cNvSpPr/>
            <p:nvPr/>
          </p:nvSpPr>
          <p:spPr>
            <a:xfrm flipH="1">
              <a:off x="1935720" y="3934800"/>
              <a:ext cx="397800" cy="135000"/>
            </a:xfrm>
            <a:custGeom>
              <a:avLst/>
              <a:gdLst>
                <a:gd name="textAreaLeft" fmla="*/ -360 w 397800"/>
                <a:gd name="textAreaRight" fmla="*/ 397800 w 39780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1160" h="394">
                  <a:moveTo>
                    <a:pt x="0" y="0"/>
                  </a:moveTo>
                  <a:lnTo>
                    <a:pt x="1160" y="373"/>
                  </a:lnTo>
                  <a:cubicBezTo>
                    <a:pt x="1126" y="382"/>
                    <a:pt x="1091" y="389"/>
                    <a:pt x="1055" y="394"/>
                  </a:cubicBezTo>
                  <a:lnTo>
                    <a:pt x="77" y="79"/>
                  </a:lnTo>
                  <a:cubicBezTo>
                    <a:pt x="49" y="54"/>
                    <a:pt x="24" y="27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639;p28"/>
            <p:cNvSpPr/>
            <p:nvPr/>
          </p:nvSpPr>
          <p:spPr>
            <a:xfrm flipH="1">
              <a:off x="1924560" y="3925440"/>
              <a:ext cx="416520" cy="142200"/>
            </a:xfrm>
            <a:custGeom>
              <a:avLst/>
              <a:gdLst>
                <a:gd name="textAreaLeft" fmla="*/ -360 w 416520"/>
                <a:gd name="textAreaRight" fmla="*/ 416520 w 416520"/>
                <a:gd name="textAreaTop" fmla="*/ 0 h 142200"/>
                <a:gd name="textAreaBottom" fmla="*/ 142560 h 142200"/>
              </a:gdLst>
              <a:ahLst/>
              <a:cxnLst/>
              <a:rect l="textAreaLeft" t="textAreaTop" r="textAreaRight" b="textAreaBottom"/>
              <a:pathLst>
                <a:path w="1215" h="415">
                  <a:moveTo>
                    <a:pt x="0" y="0"/>
                  </a:moveTo>
                  <a:lnTo>
                    <a:pt x="1215" y="391"/>
                  </a:lnTo>
                  <a:cubicBezTo>
                    <a:pt x="1185" y="401"/>
                    <a:pt x="1154" y="409"/>
                    <a:pt x="1121" y="415"/>
                  </a:cubicBezTo>
                  <a:lnTo>
                    <a:pt x="67" y="75"/>
                  </a:lnTo>
                  <a:cubicBezTo>
                    <a:pt x="43" y="51"/>
                    <a:pt x="21" y="2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640;p28"/>
            <p:cNvSpPr/>
            <p:nvPr/>
          </p:nvSpPr>
          <p:spPr>
            <a:xfrm flipH="1">
              <a:off x="1914840" y="3915720"/>
              <a:ext cx="434160" cy="149040"/>
            </a:xfrm>
            <a:custGeom>
              <a:avLst/>
              <a:gdLst>
                <a:gd name="textAreaLeft" fmla="*/ 360 w 434160"/>
                <a:gd name="textAreaRight" fmla="*/ 434880 w 434160"/>
                <a:gd name="textAreaTop" fmla="*/ 0 h 149040"/>
                <a:gd name="textAreaBottom" fmla="*/ 149400 h 149040"/>
              </a:gdLst>
              <a:ahLst/>
              <a:cxnLst/>
              <a:rect l="textAreaLeft" t="textAreaTop" r="textAreaRight" b="textAreaBottom"/>
              <a:pathLst>
                <a:path w="1266" h="435">
                  <a:moveTo>
                    <a:pt x="0" y="0"/>
                  </a:moveTo>
                  <a:lnTo>
                    <a:pt x="1266" y="409"/>
                  </a:lnTo>
                  <a:cubicBezTo>
                    <a:pt x="1239" y="419"/>
                    <a:pt x="1210" y="428"/>
                    <a:pt x="1180" y="435"/>
                  </a:cubicBezTo>
                  <a:lnTo>
                    <a:pt x="59" y="74"/>
                  </a:lnTo>
                  <a:cubicBezTo>
                    <a:pt x="38" y="50"/>
                    <a:pt x="18" y="26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641;p28"/>
            <p:cNvSpPr/>
            <p:nvPr/>
          </p:nvSpPr>
          <p:spPr>
            <a:xfrm flipH="1">
              <a:off x="1904400" y="3907080"/>
              <a:ext cx="449640" cy="154440"/>
            </a:xfrm>
            <a:custGeom>
              <a:avLst/>
              <a:gdLst>
                <a:gd name="textAreaLeft" fmla="*/ -360 w 449640"/>
                <a:gd name="textAreaRight" fmla="*/ 449640 w 449640"/>
                <a:gd name="textAreaTop" fmla="*/ 0 h 154440"/>
                <a:gd name="textAreaBottom" fmla="*/ 154800 h 154440"/>
              </a:gdLst>
              <a:ahLst/>
              <a:cxnLst/>
              <a:rect l="textAreaLeft" t="textAreaTop" r="textAreaRight" b="textAreaBottom"/>
              <a:pathLst>
                <a:path w="1311" h="451">
                  <a:moveTo>
                    <a:pt x="0" y="0"/>
                  </a:moveTo>
                  <a:lnTo>
                    <a:pt x="1311" y="423"/>
                  </a:lnTo>
                  <a:cubicBezTo>
                    <a:pt x="1286" y="434"/>
                    <a:pt x="1259" y="443"/>
                    <a:pt x="1231" y="451"/>
                  </a:cubicBezTo>
                  <a:lnTo>
                    <a:pt x="51" y="70"/>
                  </a:lnTo>
                  <a:cubicBezTo>
                    <a:pt x="33" y="47"/>
                    <a:pt x="15" y="24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642;p28"/>
            <p:cNvSpPr/>
            <p:nvPr/>
          </p:nvSpPr>
          <p:spPr>
            <a:xfrm flipH="1">
              <a:off x="1894680" y="3898080"/>
              <a:ext cx="464760" cy="159840"/>
            </a:xfrm>
            <a:custGeom>
              <a:avLst/>
              <a:gdLst>
                <a:gd name="textAreaLeft" fmla="*/ -360 w 464760"/>
                <a:gd name="textAreaRight" fmla="*/ 464760 w 464760"/>
                <a:gd name="textAreaTop" fmla="*/ 0 h 159840"/>
                <a:gd name="textAreaBottom" fmla="*/ 160200 h 159840"/>
              </a:gdLst>
              <a:ahLst/>
              <a:cxnLst/>
              <a:rect l="textAreaLeft" t="textAreaTop" r="textAreaRight" b="textAreaBottom"/>
              <a:pathLst>
                <a:path w="1355" h="467">
                  <a:moveTo>
                    <a:pt x="0" y="0"/>
                  </a:moveTo>
                  <a:lnTo>
                    <a:pt x="1355" y="437"/>
                  </a:lnTo>
                  <a:cubicBezTo>
                    <a:pt x="1331" y="448"/>
                    <a:pt x="1306" y="458"/>
                    <a:pt x="1280" y="467"/>
                  </a:cubicBezTo>
                  <a:lnTo>
                    <a:pt x="47" y="70"/>
                  </a:lnTo>
                  <a:cubicBezTo>
                    <a:pt x="29" y="47"/>
                    <a:pt x="14" y="24"/>
                    <a:pt x="0" y="0"/>
                  </a:cubicBezTo>
                  <a:close/>
                </a:path>
              </a:pathLst>
            </a:custGeom>
            <a:solidFill>
              <a:srgbClr val="FDC45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643;p28"/>
            <p:cNvSpPr/>
            <p:nvPr/>
          </p:nvSpPr>
          <p:spPr>
            <a:xfrm flipH="1">
              <a:off x="1886400" y="3889800"/>
              <a:ext cx="477720" cy="164880"/>
            </a:xfrm>
            <a:custGeom>
              <a:avLst/>
              <a:gdLst>
                <a:gd name="textAreaLeft" fmla="*/ -360 w 477720"/>
                <a:gd name="textAreaRight" fmla="*/ 477720 w 47772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1393" h="481">
                  <a:moveTo>
                    <a:pt x="0" y="0"/>
                  </a:moveTo>
                  <a:lnTo>
                    <a:pt x="1393" y="450"/>
                  </a:lnTo>
                  <a:cubicBezTo>
                    <a:pt x="1371" y="461"/>
                    <a:pt x="1347" y="472"/>
                    <a:pt x="1323" y="481"/>
                  </a:cubicBezTo>
                  <a:lnTo>
                    <a:pt x="41" y="68"/>
                  </a:lnTo>
                  <a:cubicBezTo>
                    <a:pt x="26" y="46"/>
                    <a:pt x="12" y="23"/>
                    <a:pt x="0" y="0"/>
                  </a:cubicBezTo>
                  <a:close/>
                </a:path>
              </a:pathLst>
            </a:custGeom>
            <a:solidFill>
              <a:srgbClr val="FDC35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644;p28"/>
            <p:cNvSpPr/>
            <p:nvPr/>
          </p:nvSpPr>
          <p:spPr>
            <a:xfrm flipH="1">
              <a:off x="1878480" y="3881160"/>
              <a:ext cx="489960" cy="169200"/>
            </a:xfrm>
            <a:custGeom>
              <a:avLst/>
              <a:gdLst>
                <a:gd name="textAreaLeft" fmla="*/ -360 w 489960"/>
                <a:gd name="textAreaRight" fmla="*/ 489960 w 48996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429" h="494">
                  <a:moveTo>
                    <a:pt x="0" y="0"/>
                  </a:moveTo>
                  <a:lnTo>
                    <a:pt x="1429" y="461"/>
                  </a:lnTo>
                  <a:cubicBezTo>
                    <a:pt x="1408" y="473"/>
                    <a:pt x="1386" y="484"/>
                    <a:pt x="1363" y="494"/>
                  </a:cubicBezTo>
                  <a:lnTo>
                    <a:pt x="36" y="67"/>
                  </a:lnTo>
                  <a:cubicBezTo>
                    <a:pt x="23" y="45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FDC35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645;p28"/>
            <p:cNvSpPr/>
            <p:nvPr/>
          </p:nvSpPr>
          <p:spPr>
            <a:xfrm flipH="1">
              <a:off x="1871280" y="3873240"/>
              <a:ext cx="501840" cy="173160"/>
            </a:xfrm>
            <a:custGeom>
              <a:avLst/>
              <a:gdLst>
                <a:gd name="textAreaLeft" fmla="*/ 360 w 501840"/>
                <a:gd name="textAreaRight" fmla="*/ 502560 w 50184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1463" h="506">
                  <a:moveTo>
                    <a:pt x="0" y="0"/>
                  </a:moveTo>
                  <a:lnTo>
                    <a:pt x="1463" y="471"/>
                  </a:lnTo>
                  <a:cubicBezTo>
                    <a:pt x="1443" y="483"/>
                    <a:pt x="1422" y="495"/>
                    <a:pt x="1400" y="506"/>
                  </a:cubicBezTo>
                  <a:lnTo>
                    <a:pt x="32" y="64"/>
                  </a:lnTo>
                  <a:cubicBezTo>
                    <a:pt x="20" y="43"/>
                    <a:pt x="9" y="22"/>
                    <a:pt x="0" y="0"/>
                  </a:cubicBezTo>
                  <a:close/>
                </a:path>
              </a:pathLst>
            </a:custGeom>
            <a:solidFill>
              <a:srgbClr val="FDC25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646;p28"/>
            <p:cNvSpPr/>
            <p:nvPr/>
          </p:nvSpPr>
          <p:spPr>
            <a:xfrm flipH="1">
              <a:off x="1863360" y="3864960"/>
              <a:ext cx="512280" cy="177120"/>
            </a:xfrm>
            <a:custGeom>
              <a:avLst/>
              <a:gdLst>
                <a:gd name="textAreaLeft" fmla="*/ -360 w 512280"/>
                <a:gd name="textAreaRight" fmla="*/ 512280 w 512280"/>
                <a:gd name="textAreaTop" fmla="*/ 0 h 177120"/>
                <a:gd name="textAreaBottom" fmla="*/ 177480 h 177120"/>
              </a:gdLst>
              <a:ahLst/>
              <a:cxnLst/>
              <a:rect l="textAreaLeft" t="textAreaTop" r="textAreaRight" b="textAreaBottom"/>
              <a:pathLst>
                <a:path w="1494" h="517">
                  <a:moveTo>
                    <a:pt x="0" y="0"/>
                  </a:moveTo>
                  <a:lnTo>
                    <a:pt x="1494" y="482"/>
                  </a:lnTo>
                  <a:cubicBezTo>
                    <a:pt x="1475" y="494"/>
                    <a:pt x="1455" y="506"/>
                    <a:pt x="1435" y="517"/>
                  </a:cubicBezTo>
                  <a:lnTo>
                    <a:pt x="28" y="63"/>
                  </a:lnTo>
                  <a:cubicBezTo>
                    <a:pt x="18" y="42"/>
                    <a:pt x="8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647;p28"/>
            <p:cNvSpPr/>
            <p:nvPr/>
          </p:nvSpPr>
          <p:spPr>
            <a:xfrm flipH="1">
              <a:off x="1857240" y="3857040"/>
              <a:ext cx="522000" cy="180360"/>
            </a:xfrm>
            <a:custGeom>
              <a:avLst/>
              <a:gdLst>
                <a:gd name="textAreaLeft" fmla="*/ 360 w 522000"/>
                <a:gd name="textAreaRight" fmla="*/ 522720 w 522000"/>
                <a:gd name="textAreaTop" fmla="*/ 0 h 180360"/>
                <a:gd name="textAreaBottom" fmla="*/ 180720 h 180360"/>
              </a:gdLst>
              <a:ahLst/>
              <a:cxnLst/>
              <a:rect l="textAreaLeft" t="textAreaTop" r="textAreaRight" b="textAreaBottom"/>
              <a:pathLst>
                <a:path w="1522" h="527">
                  <a:moveTo>
                    <a:pt x="0" y="0"/>
                  </a:moveTo>
                  <a:lnTo>
                    <a:pt x="1522" y="490"/>
                  </a:lnTo>
                  <a:cubicBezTo>
                    <a:pt x="1504" y="503"/>
                    <a:pt x="1485" y="516"/>
                    <a:pt x="1466" y="527"/>
                  </a:cubicBezTo>
                  <a:lnTo>
                    <a:pt x="25" y="62"/>
                  </a:lnTo>
                  <a:cubicBezTo>
                    <a:pt x="15" y="42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648;p28"/>
            <p:cNvSpPr/>
            <p:nvPr/>
          </p:nvSpPr>
          <p:spPr>
            <a:xfrm flipH="1">
              <a:off x="1850040" y="3849120"/>
              <a:ext cx="531000" cy="183600"/>
            </a:xfrm>
            <a:custGeom>
              <a:avLst/>
              <a:gdLst>
                <a:gd name="textAreaLeft" fmla="*/ -360 w 531000"/>
                <a:gd name="textAreaRight" fmla="*/ 531000 w 531000"/>
                <a:gd name="textAreaTop" fmla="*/ 0 h 183600"/>
                <a:gd name="textAreaBottom" fmla="*/ 183960 h 183600"/>
              </a:gdLst>
              <a:ahLst/>
              <a:cxnLst/>
              <a:rect l="textAreaLeft" t="textAreaTop" r="textAreaRight" b="textAreaBottom"/>
              <a:pathLst>
                <a:path w="1548" h="536">
                  <a:moveTo>
                    <a:pt x="0" y="0"/>
                  </a:moveTo>
                  <a:lnTo>
                    <a:pt x="1548" y="499"/>
                  </a:lnTo>
                  <a:cubicBezTo>
                    <a:pt x="1532" y="512"/>
                    <a:pt x="1514" y="525"/>
                    <a:pt x="1496" y="536"/>
                  </a:cubicBezTo>
                  <a:lnTo>
                    <a:pt x="22" y="61"/>
                  </a:lnTo>
                  <a:cubicBezTo>
                    <a:pt x="14" y="41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0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649;p28"/>
            <p:cNvSpPr/>
            <p:nvPr/>
          </p:nvSpPr>
          <p:spPr>
            <a:xfrm flipH="1">
              <a:off x="1843560" y="3841560"/>
              <a:ext cx="539640" cy="186480"/>
            </a:xfrm>
            <a:custGeom>
              <a:avLst/>
              <a:gdLst>
                <a:gd name="textAreaLeft" fmla="*/ -360 w 539640"/>
                <a:gd name="textAreaRight" fmla="*/ 539640 w 539640"/>
                <a:gd name="textAreaTop" fmla="*/ 0 h 186480"/>
                <a:gd name="textAreaBottom" fmla="*/ 186840 h 186480"/>
              </a:gdLst>
              <a:ahLst/>
              <a:cxnLst/>
              <a:rect l="textAreaLeft" t="textAreaTop" r="textAreaRight" b="textAreaBottom"/>
              <a:pathLst>
                <a:path w="1573" h="544">
                  <a:moveTo>
                    <a:pt x="0" y="0"/>
                  </a:moveTo>
                  <a:lnTo>
                    <a:pt x="1573" y="506"/>
                  </a:lnTo>
                  <a:cubicBezTo>
                    <a:pt x="1557" y="520"/>
                    <a:pt x="1540" y="532"/>
                    <a:pt x="1523" y="544"/>
                  </a:cubicBezTo>
                  <a:lnTo>
                    <a:pt x="19" y="60"/>
                  </a:lnTo>
                  <a:cubicBezTo>
                    <a:pt x="12" y="40"/>
                    <a:pt x="5" y="20"/>
                    <a:pt x="0" y="0"/>
                  </a:cubicBezTo>
                  <a:close/>
                </a:path>
              </a:pathLst>
            </a:custGeom>
            <a:solidFill>
              <a:srgbClr val="FDBF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650;p28"/>
            <p:cNvSpPr/>
            <p:nvPr/>
          </p:nvSpPr>
          <p:spPr>
            <a:xfrm flipH="1">
              <a:off x="1838160" y="3833640"/>
              <a:ext cx="546840" cy="189720"/>
            </a:xfrm>
            <a:custGeom>
              <a:avLst/>
              <a:gdLst>
                <a:gd name="textAreaLeft" fmla="*/ -360 w 546840"/>
                <a:gd name="textAreaRight" fmla="*/ 546840 w 546840"/>
                <a:gd name="textAreaTop" fmla="*/ 0 h 189720"/>
                <a:gd name="textAreaBottom" fmla="*/ 190080 h 189720"/>
              </a:gdLst>
              <a:ahLst/>
              <a:cxnLst/>
              <a:rect l="textAreaLeft" t="textAreaTop" r="textAreaRight" b="textAreaBottom"/>
              <a:pathLst>
                <a:path w="1594" h="554">
                  <a:moveTo>
                    <a:pt x="0" y="0"/>
                  </a:moveTo>
                  <a:lnTo>
                    <a:pt x="1594" y="515"/>
                  </a:lnTo>
                  <a:cubicBezTo>
                    <a:pt x="1579" y="528"/>
                    <a:pt x="1564" y="541"/>
                    <a:pt x="1547" y="554"/>
                  </a:cubicBezTo>
                  <a:lnTo>
                    <a:pt x="16" y="60"/>
                  </a:lnTo>
                  <a:cubicBezTo>
                    <a:pt x="10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F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651;p28"/>
            <p:cNvSpPr/>
            <p:nvPr/>
          </p:nvSpPr>
          <p:spPr>
            <a:xfrm flipH="1">
              <a:off x="1833120" y="3826080"/>
              <a:ext cx="554400" cy="192240"/>
            </a:xfrm>
            <a:custGeom>
              <a:avLst/>
              <a:gdLst>
                <a:gd name="textAreaLeft" fmla="*/ 360 w 554400"/>
                <a:gd name="textAreaRight" fmla="*/ 555120 w 554400"/>
                <a:gd name="textAreaTop" fmla="*/ 0 h 192240"/>
                <a:gd name="textAreaBottom" fmla="*/ 192600 h 192240"/>
              </a:gdLst>
              <a:ahLst/>
              <a:cxnLst/>
              <a:rect l="textAreaLeft" t="textAreaTop" r="textAreaRight" b="textAreaBottom"/>
              <a:pathLst>
                <a:path w="1616" h="561">
                  <a:moveTo>
                    <a:pt x="0" y="0"/>
                  </a:moveTo>
                  <a:lnTo>
                    <a:pt x="1616" y="521"/>
                  </a:lnTo>
                  <a:cubicBezTo>
                    <a:pt x="1602" y="535"/>
                    <a:pt x="1587" y="548"/>
                    <a:pt x="1571" y="561"/>
                  </a:cubicBezTo>
                  <a:lnTo>
                    <a:pt x="14" y="59"/>
                  </a:lnTo>
                  <a:cubicBezTo>
                    <a:pt x="8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E4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652;p28"/>
            <p:cNvSpPr/>
            <p:nvPr/>
          </p:nvSpPr>
          <p:spPr>
            <a:xfrm flipH="1">
              <a:off x="1828080" y="3818880"/>
              <a:ext cx="560880" cy="194400"/>
            </a:xfrm>
            <a:custGeom>
              <a:avLst/>
              <a:gdLst>
                <a:gd name="textAreaLeft" fmla="*/ 360 w 560880"/>
                <a:gd name="textAreaRight" fmla="*/ 561600 w 560880"/>
                <a:gd name="textAreaTop" fmla="*/ 0 h 194400"/>
                <a:gd name="textAreaBottom" fmla="*/ 194760 h 194400"/>
              </a:gdLst>
              <a:ahLst/>
              <a:cxnLst/>
              <a:rect l="textAreaLeft" t="textAreaTop" r="textAreaRight" b="textAreaBottom"/>
              <a:pathLst>
                <a:path w="1635" h="567">
                  <a:moveTo>
                    <a:pt x="0" y="0"/>
                  </a:moveTo>
                  <a:lnTo>
                    <a:pt x="1635" y="527"/>
                  </a:lnTo>
                  <a:cubicBezTo>
                    <a:pt x="1622" y="541"/>
                    <a:pt x="1607" y="555"/>
                    <a:pt x="1592" y="567"/>
                  </a:cubicBezTo>
                  <a:lnTo>
                    <a:pt x="12" y="58"/>
                  </a:lnTo>
                  <a:cubicBezTo>
                    <a:pt x="7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653;p28"/>
            <p:cNvSpPr/>
            <p:nvPr/>
          </p:nvSpPr>
          <p:spPr>
            <a:xfrm flipH="1">
              <a:off x="1821960" y="3811320"/>
              <a:ext cx="567000" cy="196560"/>
            </a:xfrm>
            <a:custGeom>
              <a:avLst/>
              <a:gdLst>
                <a:gd name="textAreaLeft" fmla="*/ -360 w 567000"/>
                <a:gd name="textAreaRight" fmla="*/ 567000 w 56700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1653" h="574">
                  <a:moveTo>
                    <a:pt x="0" y="0"/>
                  </a:moveTo>
                  <a:lnTo>
                    <a:pt x="1653" y="533"/>
                  </a:lnTo>
                  <a:cubicBezTo>
                    <a:pt x="1640" y="547"/>
                    <a:pt x="1627" y="561"/>
                    <a:pt x="1613" y="574"/>
                  </a:cubicBezTo>
                  <a:lnTo>
                    <a:pt x="10" y="58"/>
                  </a:lnTo>
                  <a:cubicBezTo>
                    <a:pt x="6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654;p28"/>
            <p:cNvSpPr/>
            <p:nvPr/>
          </p:nvSpPr>
          <p:spPr>
            <a:xfrm flipH="1">
              <a:off x="1812240" y="3795840"/>
              <a:ext cx="577800" cy="207000"/>
            </a:xfrm>
            <a:custGeom>
              <a:avLst/>
              <a:gdLst>
                <a:gd name="textAreaLeft" fmla="*/ -360 w 577800"/>
                <a:gd name="textAreaRight" fmla="*/ 577800 w 57780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1685" h="604">
                  <a:moveTo>
                    <a:pt x="0" y="0"/>
                  </a:moveTo>
                  <a:lnTo>
                    <a:pt x="675" y="218"/>
                  </a:lnTo>
                  <a:cubicBezTo>
                    <a:pt x="689" y="233"/>
                    <a:pt x="705" y="246"/>
                    <a:pt x="722" y="259"/>
                  </a:cubicBezTo>
                  <a:lnTo>
                    <a:pt x="730" y="236"/>
                  </a:lnTo>
                  <a:lnTo>
                    <a:pt x="936" y="302"/>
                  </a:lnTo>
                  <a:lnTo>
                    <a:pt x="925" y="335"/>
                  </a:lnTo>
                  <a:cubicBezTo>
                    <a:pt x="963" y="340"/>
                    <a:pt x="998" y="340"/>
                    <a:pt x="1031" y="333"/>
                  </a:cubicBezTo>
                  <a:lnTo>
                    <a:pt x="1685" y="544"/>
                  </a:lnTo>
                  <a:cubicBezTo>
                    <a:pt x="1668" y="565"/>
                    <a:pt x="1650" y="585"/>
                    <a:pt x="1631" y="604"/>
                  </a:cubicBezTo>
                  <a:lnTo>
                    <a:pt x="9" y="81"/>
                  </a:lnTo>
                  <a:cubicBezTo>
                    <a:pt x="4" y="54"/>
                    <a:pt x="1" y="28"/>
                    <a:pt x="0" y="0"/>
                  </a:cubicBezTo>
                  <a:close/>
                </a:path>
              </a:pathLst>
            </a:custGeom>
            <a:solidFill>
              <a:srgbClr val="FDBC4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655;p28"/>
            <p:cNvSpPr/>
            <p:nvPr/>
          </p:nvSpPr>
          <p:spPr>
            <a:xfrm flipH="1">
              <a:off x="1804320" y="3781440"/>
              <a:ext cx="586800" cy="209880"/>
            </a:xfrm>
            <a:custGeom>
              <a:avLst/>
              <a:gdLst>
                <a:gd name="textAreaLeft" fmla="*/ 360 w 586800"/>
                <a:gd name="textAreaRight" fmla="*/ 587520 w 586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1711" h="613">
                  <a:moveTo>
                    <a:pt x="0" y="0"/>
                  </a:moveTo>
                  <a:lnTo>
                    <a:pt x="637" y="205"/>
                  </a:lnTo>
                  <a:cubicBezTo>
                    <a:pt x="656" y="242"/>
                    <a:pt x="685" y="274"/>
                    <a:pt x="723" y="301"/>
                  </a:cubicBezTo>
                  <a:lnTo>
                    <a:pt x="743" y="239"/>
                  </a:lnTo>
                  <a:lnTo>
                    <a:pt x="949" y="306"/>
                  </a:lnTo>
                  <a:lnTo>
                    <a:pt x="927" y="375"/>
                  </a:lnTo>
                  <a:lnTo>
                    <a:pt x="4" y="77"/>
                  </a:lnTo>
                  <a:cubicBezTo>
                    <a:pt x="1" y="52"/>
                    <a:pt x="0" y="26"/>
                    <a:pt x="0" y="0"/>
                  </a:cubicBezTo>
                  <a:moveTo>
                    <a:pt x="1663" y="613"/>
                  </a:moveTo>
                  <a:lnTo>
                    <a:pt x="936" y="378"/>
                  </a:lnTo>
                  <a:cubicBezTo>
                    <a:pt x="996" y="385"/>
                    <a:pt x="1051" y="376"/>
                    <a:pt x="1096" y="353"/>
                  </a:cubicBezTo>
                  <a:lnTo>
                    <a:pt x="1711" y="551"/>
                  </a:lnTo>
                  <a:cubicBezTo>
                    <a:pt x="1696" y="573"/>
                    <a:pt x="1680" y="593"/>
                    <a:pt x="1663" y="613"/>
                  </a:cubicBezTo>
                  <a:close/>
                </a:path>
              </a:pathLst>
            </a:custGeom>
            <a:solidFill>
              <a:srgbClr val="FDBD4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656;p28"/>
            <p:cNvSpPr/>
            <p:nvPr/>
          </p:nvSpPr>
          <p:spPr>
            <a:xfrm flipH="1">
              <a:off x="1796040" y="3767040"/>
              <a:ext cx="594360" cy="212760"/>
            </a:xfrm>
            <a:custGeom>
              <a:avLst/>
              <a:gdLst>
                <a:gd name="textAreaLeft" fmla="*/ -360 w 594360"/>
                <a:gd name="textAreaRight" fmla="*/ 594360 w 594360"/>
                <a:gd name="textAreaTop" fmla="*/ 0 h 212760"/>
                <a:gd name="textAreaBottom" fmla="*/ 213120 h 212760"/>
              </a:gdLst>
              <a:ahLst/>
              <a:cxnLst/>
              <a:rect l="textAreaLeft" t="textAreaTop" r="textAreaRight" b="textAreaBottom"/>
              <a:pathLst>
                <a:path w="1733" h="621">
                  <a:moveTo>
                    <a:pt x="2" y="0"/>
                  </a:moveTo>
                  <a:lnTo>
                    <a:pt x="617" y="198"/>
                  </a:lnTo>
                  <a:cubicBezTo>
                    <a:pt x="626" y="232"/>
                    <a:pt x="643" y="263"/>
                    <a:pt x="666" y="290"/>
                  </a:cubicBezTo>
                  <a:lnTo>
                    <a:pt x="0" y="76"/>
                  </a:lnTo>
                  <a:cubicBezTo>
                    <a:pt x="0" y="51"/>
                    <a:pt x="0" y="25"/>
                    <a:pt x="2" y="0"/>
                  </a:cubicBezTo>
                  <a:moveTo>
                    <a:pt x="756" y="242"/>
                  </a:moveTo>
                  <a:lnTo>
                    <a:pt x="962" y="309"/>
                  </a:lnTo>
                  <a:lnTo>
                    <a:pt x="939" y="378"/>
                  </a:lnTo>
                  <a:lnTo>
                    <a:pt x="733" y="312"/>
                  </a:lnTo>
                  <a:lnTo>
                    <a:pt x="756" y="242"/>
                  </a:lnTo>
                  <a:moveTo>
                    <a:pt x="1691" y="621"/>
                  </a:moveTo>
                  <a:lnTo>
                    <a:pt x="1048" y="413"/>
                  </a:lnTo>
                  <a:cubicBezTo>
                    <a:pt x="1082" y="404"/>
                    <a:pt x="1113" y="388"/>
                    <a:pt x="1139" y="366"/>
                  </a:cubicBezTo>
                  <a:lnTo>
                    <a:pt x="1733" y="557"/>
                  </a:lnTo>
                  <a:cubicBezTo>
                    <a:pt x="1721" y="579"/>
                    <a:pt x="1706" y="601"/>
                    <a:pt x="1691" y="621"/>
                  </a:cubicBezTo>
                  <a:close/>
                </a:path>
              </a:pathLst>
            </a:custGeom>
            <a:solidFill>
              <a:srgbClr val="FDBD4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657;p28"/>
            <p:cNvSpPr/>
            <p:nvPr/>
          </p:nvSpPr>
          <p:spPr>
            <a:xfrm flipH="1">
              <a:off x="1789920" y="3752640"/>
              <a:ext cx="601200" cy="215280"/>
            </a:xfrm>
            <a:custGeom>
              <a:avLst/>
              <a:gdLst>
                <a:gd name="textAreaLeft" fmla="*/ 360 w 601200"/>
                <a:gd name="textAreaRight" fmla="*/ 601920 w 601200"/>
                <a:gd name="textAreaTop" fmla="*/ 0 h 215280"/>
                <a:gd name="textAreaBottom" fmla="*/ 215640 h 215280"/>
              </a:gdLst>
              <a:ahLst/>
              <a:cxnLst/>
              <a:rect l="textAreaLeft" t="textAreaTop" r="textAreaRight" b="textAreaBottom"/>
              <a:pathLst>
                <a:path w="1753" h="628">
                  <a:moveTo>
                    <a:pt x="6" y="0"/>
                  </a:moveTo>
                  <a:lnTo>
                    <a:pt x="608" y="194"/>
                  </a:lnTo>
                  <a:cubicBezTo>
                    <a:pt x="611" y="224"/>
                    <a:pt x="619" y="252"/>
                    <a:pt x="631" y="278"/>
                  </a:cubicBezTo>
                  <a:lnTo>
                    <a:pt x="0" y="74"/>
                  </a:lnTo>
                  <a:cubicBezTo>
                    <a:pt x="1" y="50"/>
                    <a:pt x="3" y="25"/>
                    <a:pt x="6" y="0"/>
                  </a:cubicBezTo>
                  <a:moveTo>
                    <a:pt x="768" y="246"/>
                  </a:moveTo>
                  <a:lnTo>
                    <a:pt x="974" y="312"/>
                  </a:lnTo>
                  <a:lnTo>
                    <a:pt x="952" y="381"/>
                  </a:lnTo>
                  <a:lnTo>
                    <a:pt x="746" y="315"/>
                  </a:lnTo>
                  <a:lnTo>
                    <a:pt x="768" y="246"/>
                  </a:lnTo>
                  <a:moveTo>
                    <a:pt x="1716" y="628"/>
                  </a:moveTo>
                  <a:lnTo>
                    <a:pt x="1106" y="431"/>
                  </a:lnTo>
                  <a:cubicBezTo>
                    <a:pt x="1131" y="417"/>
                    <a:pt x="1152" y="398"/>
                    <a:pt x="1170" y="376"/>
                  </a:cubicBezTo>
                  <a:lnTo>
                    <a:pt x="1753" y="564"/>
                  </a:lnTo>
                  <a:cubicBezTo>
                    <a:pt x="1742" y="586"/>
                    <a:pt x="1729" y="607"/>
                    <a:pt x="1716" y="628"/>
                  </a:cubicBezTo>
                  <a:close/>
                </a:path>
              </a:pathLst>
            </a:custGeom>
            <a:solidFill>
              <a:srgbClr val="FDBE4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658;p28"/>
            <p:cNvSpPr/>
            <p:nvPr/>
          </p:nvSpPr>
          <p:spPr>
            <a:xfrm flipH="1">
              <a:off x="1783440" y="3738600"/>
              <a:ext cx="605880" cy="216720"/>
            </a:xfrm>
            <a:custGeom>
              <a:avLst/>
              <a:gdLst>
                <a:gd name="textAreaLeft" fmla="*/ -360 w 605880"/>
                <a:gd name="textAreaRight" fmla="*/ 605880 w 605880"/>
                <a:gd name="textAreaTop" fmla="*/ 0 h 216720"/>
                <a:gd name="textAreaBottom" fmla="*/ 217080 h 216720"/>
              </a:gdLst>
              <a:ahLst/>
              <a:cxnLst/>
              <a:rect l="textAreaLeft" t="textAreaTop" r="textAreaRight" b="textAreaBottom"/>
              <a:pathLst>
                <a:path w="1767" h="633">
                  <a:moveTo>
                    <a:pt x="10" y="0"/>
                  </a:moveTo>
                  <a:lnTo>
                    <a:pt x="604" y="192"/>
                  </a:lnTo>
                  <a:cubicBezTo>
                    <a:pt x="603" y="220"/>
                    <a:pt x="605" y="246"/>
                    <a:pt x="611" y="271"/>
                  </a:cubicBezTo>
                  <a:lnTo>
                    <a:pt x="0" y="74"/>
                  </a:lnTo>
                  <a:cubicBezTo>
                    <a:pt x="2" y="50"/>
                    <a:pt x="5" y="25"/>
                    <a:pt x="10" y="0"/>
                  </a:cubicBezTo>
                  <a:moveTo>
                    <a:pt x="778" y="248"/>
                  </a:moveTo>
                  <a:lnTo>
                    <a:pt x="984" y="314"/>
                  </a:lnTo>
                  <a:lnTo>
                    <a:pt x="961" y="384"/>
                  </a:lnTo>
                  <a:lnTo>
                    <a:pt x="755" y="318"/>
                  </a:lnTo>
                  <a:lnTo>
                    <a:pt x="778" y="248"/>
                  </a:lnTo>
                  <a:moveTo>
                    <a:pt x="1735" y="633"/>
                  </a:moveTo>
                  <a:lnTo>
                    <a:pt x="1143" y="443"/>
                  </a:lnTo>
                  <a:cubicBezTo>
                    <a:pt x="1162" y="425"/>
                    <a:pt x="1178" y="405"/>
                    <a:pt x="1190" y="381"/>
                  </a:cubicBezTo>
                  <a:lnTo>
                    <a:pt x="1767" y="567"/>
                  </a:lnTo>
                  <a:cubicBezTo>
                    <a:pt x="1758" y="590"/>
                    <a:pt x="1747" y="612"/>
                    <a:pt x="1735" y="633"/>
                  </a:cubicBezTo>
                  <a:close/>
                </a:path>
              </a:pathLst>
            </a:custGeom>
            <a:solidFill>
              <a:srgbClr val="FDBF4D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659;p28"/>
            <p:cNvSpPr/>
            <p:nvPr/>
          </p:nvSpPr>
          <p:spPr>
            <a:xfrm flipH="1">
              <a:off x="1778760" y="3724920"/>
              <a:ext cx="609840" cy="217800"/>
            </a:xfrm>
            <a:custGeom>
              <a:avLst/>
              <a:gdLst>
                <a:gd name="textAreaLeft" fmla="*/ 360 w 609840"/>
                <a:gd name="textAreaRight" fmla="*/ 610560 w 609840"/>
                <a:gd name="textAreaTop" fmla="*/ 0 h 217800"/>
                <a:gd name="textAreaBottom" fmla="*/ 218160 h 217800"/>
              </a:gdLst>
              <a:ahLst/>
              <a:cxnLst/>
              <a:rect l="textAreaLeft" t="textAreaTop" r="textAreaRight" b="textAreaBottom"/>
              <a:pathLst>
                <a:path w="1778" h="636">
                  <a:moveTo>
                    <a:pt x="14" y="0"/>
                  </a:moveTo>
                  <a:lnTo>
                    <a:pt x="603" y="190"/>
                  </a:lnTo>
                  <a:cubicBezTo>
                    <a:pt x="599" y="217"/>
                    <a:pt x="598" y="242"/>
                    <a:pt x="600" y="266"/>
                  </a:cubicBezTo>
                  <a:lnTo>
                    <a:pt x="0" y="73"/>
                  </a:lnTo>
                  <a:cubicBezTo>
                    <a:pt x="4" y="49"/>
                    <a:pt x="8" y="25"/>
                    <a:pt x="14" y="0"/>
                  </a:cubicBezTo>
                  <a:moveTo>
                    <a:pt x="786" y="249"/>
                  </a:moveTo>
                  <a:lnTo>
                    <a:pt x="992" y="316"/>
                  </a:lnTo>
                  <a:lnTo>
                    <a:pt x="970" y="385"/>
                  </a:lnTo>
                  <a:lnTo>
                    <a:pt x="764" y="318"/>
                  </a:lnTo>
                  <a:lnTo>
                    <a:pt x="786" y="249"/>
                  </a:lnTo>
                  <a:moveTo>
                    <a:pt x="1750" y="636"/>
                  </a:moveTo>
                  <a:lnTo>
                    <a:pt x="1169" y="449"/>
                  </a:lnTo>
                  <a:cubicBezTo>
                    <a:pt x="1183" y="430"/>
                    <a:pt x="1194" y="408"/>
                    <a:pt x="1202" y="383"/>
                  </a:cubicBezTo>
                  <a:lnTo>
                    <a:pt x="1778" y="569"/>
                  </a:lnTo>
                  <a:cubicBezTo>
                    <a:pt x="1770" y="592"/>
                    <a:pt x="1761" y="614"/>
                    <a:pt x="1750" y="636"/>
                  </a:cubicBezTo>
                  <a:close/>
                </a:path>
              </a:pathLst>
            </a:custGeom>
            <a:solidFill>
              <a:srgbClr val="FDBF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660;p28"/>
            <p:cNvSpPr/>
            <p:nvPr/>
          </p:nvSpPr>
          <p:spPr>
            <a:xfrm flipH="1">
              <a:off x="1770480" y="3713760"/>
              <a:ext cx="612720" cy="203040"/>
            </a:xfrm>
            <a:custGeom>
              <a:avLst/>
              <a:gdLst>
                <a:gd name="textAreaLeft" fmla="*/ 360 w 612720"/>
                <a:gd name="textAreaRight" fmla="*/ 613440 w 612720"/>
                <a:gd name="textAreaTop" fmla="*/ 0 h 203040"/>
                <a:gd name="textAreaBottom" fmla="*/ 203400 h 203040"/>
              </a:gdLst>
              <a:ahLst/>
              <a:cxnLst/>
              <a:rect l="textAreaLeft" t="textAreaTop" r="textAreaRight" b="textAreaBottom"/>
              <a:pathLst>
                <a:path w="1786" h="593">
                  <a:moveTo>
                    <a:pt x="7" y="0"/>
                  </a:moveTo>
                  <a:lnTo>
                    <a:pt x="593" y="190"/>
                  </a:lnTo>
                  <a:cubicBezTo>
                    <a:pt x="591" y="198"/>
                    <a:pt x="590" y="206"/>
                    <a:pt x="589" y="213"/>
                  </a:cubicBezTo>
                  <a:lnTo>
                    <a:pt x="0" y="24"/>
                  </a:lnTo>
                  <a:cubicBezTo>
                    <a:pt x="2" y="16"/>
                    <a:pt x="4" y="8"/>
                    <a:pt x="7" y="0"/>
                  </a:cubicBezTo>
                  <a:moveTo>
                    <a:pt x="795" y="204"/>
                  </a:moveTo>
                  <a:lnTo>
                    <a:pt x="1001" y="270"/>
                  </a:lnTo>
                  <a:lnTo>
                    <a:pt x="979" y="339"/>
                  </a:lnTo>
                  <a:lnTo>
                    <a:pt x="773" y="273"/>
                  </a:lnTo>
                  <a:lnTo>
                    <a:pt x="795" y="204"/>
                  </a:lnTo>
                  <a:moveTo>
                    <a:pt x="1770" y="580"/>
                  </a:moveTo>
                  <a:cubicBezTo>
                    <a:pt x="1768" y="584"/>
                    <a:pt x="1767" y="589"/>
                    <a:pt x="1765" y="593"/>
                  </a:cubicBezTo>
                  <a:lnTo>
                    <a:pt x="1188" y="407"/>
                  </a:lnTo>
                  <a:cubicBezTo>
                    <a:pt x="1196" y="381"/>
                    <a:pt x="1199" y="357"/>
                    <a:pt x="1197" y="333"/>
                  </a:cubicBezTo>
                  <a:lnTo>
                    <a:pt x="1786" y="523"/>
                  </a:lnTo>
                  <a:cubicBezTo>
                    <a:pt x="1781" y="541"/>
                    <a:pt x="1776" y="560"/>
                    <a:pt x="1770" y="580"/>
                  </a:cubicBezTo>
                  <a:close/>
                </a:path>
              </a:pathLst>
            </a:custGeom>
            <a:solidFill>
              <a:srgbClr val="FDC0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661;p28"/>
            <p:cNvSpPr/>
            <p:nvPr/>
          </p:nvSpPr>
          <p:spPr>
            <a:xfrm flipH="1">
              <a:off x="1767600" y="3770280"/>
              <a:ext cx="346320" cy="133560"/>
            </a:xfrm>
            <a:custGeom>
              <a:avLst/>
              <a:gdLst>
                <a:gd name="textAreaLeft" fmla="*/ 360 w 346320"/>
                <a:gd name="textAreaRight" fmla="*/ 347040 w 346320"/>
                <a:gd name="textAreaTop" fmla="*/ 0 h 133560"/>
                <a:gd name="textAreaBottom" fmla="*/ 133920 h 133560"/>
              </a:gdLst>
              <a:ahLst/>
              <a:cxnLst/>
              <a:rect l="textAreaLeft" t="textAreaTop" r="textAreaRight" b="textAreaBottom"/>
              <a:pathLst>
                <a:path w="1010" h="390">
                  <a:moveTo>
                    <a:pt x="23" y="0"/>
                  </a:moveTo>
                  <a:lnTo>
                    <a:pt x="229" y="67"/>
                  </a:lnTo>
                  <a:lnTo>
                    <a:pt x="207" y="136"/>
                  </a:lnTo>
                  <a:lnTo>
                    <a:pt x="0" y="70"/>
                  </a:lnTo>
                  <a:lnTo>
                    <a:pt x="23" y="0"/>
                  </a:lnTo>
                  <a:moveTo>
                    <a:pt x="992" y="390"/>
                  </a:moveTo>
                  <a:lnTo>
                    <a:pt x="411" y="203"/>
                  </a:lnTo>
                  <a:cubicBezTo>
                    <a:pt x="414" y="175"/>
                    <a:pt x="411" y="148"/>
                    <a:pt x="403" y="123"/>
                  </a:cubicBezTo>
                  <a:lnTo>
                    <a:pt x="1010" y="318"/>
                  </a:lnTo>
                  <a:cubicBezTo>
                    <a:pt x="1005" y="341"/>
                    <a:pt x="1000" y="365"/>
                    <a:pt x="992" y="390"/>
                  </a:cubicBezTo>
                  <a:close/>
                </a:path>
              </a:pathLst>
            </a:custGeom>
            <a:solidFill>
              <a:srgbClr val="FDC15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662;p28"/>
            <p:cNvSpPr/>
            <p:nvPr/>
          </p:nvSpPr>
          <p:spPr>
            <a:xfrm flipH="1">
              <a:off x="1764720" y="3757320"/>
              <a:ext cx="343800" cy="132840"/>
            </a:xfrm>
            <a:custGeom>
              <a:avLst/>
              <a:gdLst>
                <a:gd name="textAreaLeft" fmla="*/ -360 w 343800"/>
                <a:gd name="textAreaRight" fmla="*/ 343800 w 343800"/>
                <a:gd name="textAreaTop" fmla="*/ 0 h 132840"/>
                <a:gd name="textAreaBottom" fmla="*/ 133200 h 132840"/>
              </a:gdLst>
              <a:ahLst/>
              <a:cxnLst/>
              <a:rect l="textAreaLeft" t="textAreaTop" r="textAreaRight" b="textAreaBottom"/>
              <a:pathLst>
                <a:path w="1003" h="388">
                  <a:moveTo>
                    <a:pt x="22" y="0"/>
                  </a:moveTo>
                  <a:lnTo>
                    <a:pt x="228" y="67"/>
                  </a:lnTo>
                  <a:lnTo>
                    <a:pt x="206" y="135"/>
                  </a:lnTo>
                  <a:lnTo>
                    <a:pt x="0" y="69"/>
                  </a:lnTo>
                  <a:lnTo>
                    <a:pt x="22" y="0"/>
                  </a:lnTo>
                  <a:moveTo>
                    <a:pt x="990" y="388"/>
                  </a:moveTo>
                  <a:lnTo>
                    <a:pt x="398" y="197"/>
                  </a:lnTo>
                  <a:cubicBezTo>
                    <a:pt x="394" y="167"/>
                    <a:pt x="383" y="139"/>
                    <a:pt x="366" y="111"/>
                  </a:cubicBezTo>
                  <a:lnTo>
                    <a:pt x="1003" y="316"/>
                  </a:lnTo>
                  <a:cubicBezTo>
                    <a:pt x="1000" y="340"/>
                    <a:pt x="996" y="364"/>
                    <a:pt x="990" y="388"/>
                  </a:cubicBezTo>
                  <a:close/>
                </a:path>
              </a:pathLst>
            </a:custGeom>
            <a:solidFill>
              <a:srgbClr val="FDC25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663;p28"/>
            <p:cNvSpPr/>
            <p:nvPr/>
          </p:nvSpPr>
          <p:spPr>
            <a:xfrm flipH="1">
              <a:off x="1763640" y="3730320"/>
              <a:ext cx="336960" cy="131760"/>
            </a:xfrm>
            <a:custGeom>
              <a:avLst/>
              <a:gdLst>
                <a:gd name="textAreaLeft" fmla="*/ 360 w 336960"/>
                <a:gd name="textAreaRight" fmla="*/ 337680 w 336960"/>
                <a:gd name="textAreaTop" fmla="*/ 0 h 131760"/>
                <a:gd name="textAreaBottom" fmla="*/ 132120 h 131760"/>
              </a:gdLst>
              <a:ahLst/>
              <a:cxnLst/>
              <a:rect l="textAreaLeft" t="textAreaTop" r="textAreaRight" b="textAreaBottom"/>
              <a:pathLst>
                <a:path w="983" h="385">
                  <a:moveTo>
                    <a:pt x="22" y="0"/>
                  </a:moveTo>
                  <a:lnTo>
                    <a:pt x="983" y="310"/>
                  </a:lnTo>
                  <a:cubicBezTo>
                    <a:pt x="983" y="334"/>
                    <a:pt x="982" y="359"/>
                    <a:pt x="979" y="385"/>
                  </a:cubicBezTo>
                  <a:lnTo>
                    <a:pt x="333" y="177"/>
                  </a:lnTo>
                  <a:cubicBezTo>
                    <a:pt x="308" y="139"/>
                    <a:pt x="271" y="104"/>
                    <a:pt x="228" y="69"/>
                  </a:cubicBezTo>
                  <a:lnTo>
                    <a:pt x="206" y="136"/>
                  </a:lnTo>
                  <a:lnTo>
                    <a:pt x="0" y="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DC35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664;p28"/>
            <p:cNvSpPr/>
            <p:nvPr/>
          </p:nvSpPr>
          <p:spPr>
            <a:xfrm flipH="1">
              <a:off x="1762920" y="3717000"/>
              <a:ext cx="333000" cy="131040"/>
            </a:xfrm>
            <a:custGeom>
              <a:avLst/>
              <a:gdLst>
                <a:gd name="textAreaLeft" fmla="*/ -360 w 333000"/>
                <a:gd name="textAreaRight" fmla="*/ 333000 w 333000"/>
                <a:gd name="textAreaTop" fmla="*/ 0 h 131040"/>
                <a:gd name="textAreaBottom" fmla="*/ 131400 h 131040"/>
              </a:gdLst>
              <a:ahLst/>
              <a:cxnLst/>
              <a:rect l="textAreaLeft" t="textAreaTop" r="textAreaRight" b="textAreaBottom"/>
              <a:pathLst>
                <a:path w="971" h="383">
                  <a:moveTo>
                    <a:pt x="23" y="0"/>
                  </a:moveTo>
                  <a:lnTo>
                    <a:pt x="968" y="305"/>
                  </a:lnTo>
                  <a:cubicBezTo>
                    <a:pt x="971" y="330"/>
                    <a:pt x="971" y="356"/>
                    <a:pt x="970" y="383"/>
                  </a:cubicBezTo>
                  <a:lnTo>
                    <a:pt x="272" y="158"/>
                  </a:lnTo>
                  <a:cubicBezTo>
                    <a:pt x="255" y="141"/>
                    <a:pt x="236" y="124"/>
                    <a:pt x="216" y="108"/>
                  </a:cubicBezTo>
                  <a:lnTo>
                    <a:pt x="206" y="136"/>
                  </a:lnTo>
                  <a:lnTo>
                    <a:pt x="0" y="7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DC45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665;p28"/>
            <p:cNvSpPr/>
            <p:nvPr/>
          </p:nvSpPr>
          <p:spPr>
            <a:xfrm flipH="1">
              <a:off x="1763280" y="3695760"/>
              <a:ext cx="345240" cy="137520"/>
            </a:xfrm>
            <a:custGeom>
              <a:avLst/>
              <a:gdLst>
                <a:gd name="textAreaLeft" fmla="*/ -360 w 345240"/>
                <a:gd name="textAreaRight" fmla="*/ 345240 w 34524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1007" h="402">
                  <a:moveTo>
                    <a:pt x="66" y="42"/>
                  </a:moveTo>
                  <a:cubicBezTo>
                    <a:pt x="45" y="28"/>
                    <a:pt x="22" y="14"/>
                    <a:pt x="0" y="0"/>
                  </a:cubicBezTo>
                  <a:lnTo>
                    <a:pt x="999" y="322"/>
                  </a:lnTo>
                  <a:cubicBezTo>
                    <a:pt x="1004" y="348"/>
                    <a:pt x="1007" y="374"/>
                    <a:pt x="1007" y="402"/>
                  </a:cubicBezTo>
                  <a:lnTo>
                    <a:pt x="50" y="93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rgbClr val="FDC45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666;p28"/>
            <p:cNvSpPr/>
            <p:nvPr/>
          </p:nvSpPr>
          <p:spPr>
            <a:xfrm flipH="1">
              <a:off x="1764360" y="3667320"/>
              <a:ext cx="387000" cy="150840"/>
            </a:xfrm>
            <a:custGeom>
              <a:avLst/>
              <a:gdLst>
                <a:gd name="textAreaLeft" fmla="*/ -360 w 387000"/>
                <a:gd name="textAreaRight" fmla="*/ 387000 w 38700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1129" h="441">
                  <a:moveTo>
                    <a:pt x="191" y="125"/>
                  </a:moveTo>
                  <a:cubicBezTo>
                    <a:pt x="129" y="85"/>
                    <a:pt x="63" y="44"/>
                    <a:pt x="0" y="0"/>
                  </a:cubicBezTo>
                  <a:lnTo>
                    <a:pt x="1114" y="359"/>
                  </a:lnTo>
                  <a:cubicBezTo>
                    <a:pt x="1121" y="385"/>
                    <a:pt x="1126" y="412"/>
                    <a:pt x="1129" y="441"/>
                  </a:cubicBezTo>
                  <a:lnTo>
                    <a:pt x="187" y="137"/>
                  </a:lnTo>
                  <a:lnTo>
                    <a:pt x="191" y="125"/>
                  </a:lnTo>
                  <a:close/>
                </a:path>
              </a:pathLst>
            </a:custGeom>
            <a:solidFill>
              <a:srgbClr val="FDC55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667;p28"/>
            <p:cNvSpPr/>
            <p:nvPr/>
          </p:nvSpPr>
          <p:spPr>
            <a:xfrm flipH="1">
              <a:off x="1767600" y="3640680"/>
              <a:ext cx="420480" cy="162000"/>
            </a:xfrm>
            <a:custGeom>
              <a:avLst/>
              <a:gdLst>
                <a:gd name="textAreaLeft" fmla="*/ 360 w 420480"/>
                <a:gd name="textAreaRight" fmla="*/ 421200 w 42048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1226" h="473">
                  <a:moveTo>
                    <a:pt x="0" y="0"/>
                  </a:moveTo>
                  <a:lnTo>
                    <a:pt x="1202" y="387"/>
                  </a:lnTo>
                  <a:cubicBezTo>
                    <a:pt x="1212" y="414"/>
                    <a:pt x="1221" y="443"/>
                    <a:pt x="1226" y="473"/>
                  </a:cubicBezTo>
                  <a:lnTo>
                    <a:pt x="201" y="142"/>
                  </a:lnTo>
                  <a:cubicBezTo>
                    <a:pt x="133" y="98"/>
                    <a:pt x="64" y="51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668;p28"/>
            <p:cNvSpPr/>
            <p:nvPr/>
          </p:nvSpPr>
          <p:spPr>
            <a:xfrm flipH="1">
              <a:off x="1770480" y="3617640"/>
              <a:ext cx="443880" cy="169200"/>
            </a:xfrm>
            <a:custGeom>
              <a:avLst/>
              <a:gdLst>
                <a:gd name="textAreaLeft" fmla="*/ -360 w 443880"/>
                <a:gd name="textAreaRight" fmla="*/ 443880 w 44388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294" h="494">
                  <a:moveTo>
                    <a:pt x="0" y="0"/>
                  </a:moveTo>
                  <a:lnTo>
                    <a:pt x="1259" y="406"/>
                  </a:lnTo>
                  <a:cubicBezTo>
                    <a:pt x="1273" y="434"/>
                    <a:pt x="1285" y="463"/>
                    <a:pt x="1294" y="494"/>
                  </a:cubicBezTo>
                  <a:lnTo>
                    <a:pt x="157" y="127"/>
                  </a:lnTo>
                  <a:cubicBezTo>
                    <a:pt x="102" y="88"/>
                    <a:pt x="48" y="4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669;p28"/>
            <p:cNvSpPr/>
            <p:nvPr/>
          </p:nvSpPr>
          <p:spPr>
            <a:xfrm flipH="1">
              <a:off x="1776240" y="3596040"/>
              <a:ext cx="459000" cy="173880"/>
            </a:xfrm>
            <a:custGeom>
              <a:avLst/>
              <a:gdLst>
                <a:gd name="textAreaLeft" fmla="*/ -360 w 459000"/>
                <a:gd name="textAreaRight" fmla="*/ 459000 w 459000"/>
                <a:gd name="textAreaTop" fmla="*/ 0 h 173880"/>
                <a:gd name="textAreaBottom" fmla="*/ 174240 h 173880"/>
              </a:gdLst>
              <a:ahLst/>
              <a:cxnLst/>
              <a:rect l="textAreaLeft" t="textAreaTop" r="textAreaRight" b="textAreaBottom"/>
              <a:pathLst>
                <a:path w="1338" h="508">
                  <a:moveTo>
                    <a:pt x="0" y="0"/>
                  </a:moveTo>
                  <a:lnTo>
                    <a:pt x="1290" y="417"/>
                  </a:lnTo>
                  <a:cubicBezTo>
                    <a:pt x="1309" y="446"/>
                    <a:pt x="1325" y="476"/>
                    <a:pt x="1338" y="508"/>
                  </a:cubicBezTo>
                  <a:lnTo>
                    <a:pt x="122" y="117"/>
                  </a:lnTo>
                  <a:cubicBezTo>
                    <a:pt x="78" y="81"/>
                    <a:pt x="37" y="42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670;p28"/>
            <p:cNvSpPr/>
            <p:nvPr/>
          </p:nvSpPr>
          <p:spPr>
            <a:xfrm flipH="1">
              <a:off x="1784520" y="3576240"/>
              <a:ext cx="466200" cy="176400"/>
            </a:xfrm>
            <a:custGeom>
              <a:avLst/>
              <a:gdLst>
                <a:gd name="textAreaLeft" fmla="*/ -360 w 466200"/>
                <a:gd name="textAreaRight" fmla="*/ 466200 w 466200"/>
                <a:gd name="textAreaTop" fmla="*/ 0 h 176400"/>
                <a:gd name="textAreaBottom" fmla="*/ 176760 h 176400"/>
              </a:gdLst>
              <a:ahLst/>
              <a:cxnLst/>
              <a:rect l="textAreaLeft" t="textAreaTop" r="textAreaRight" b="textAreaBottom"/>
              <a:pathLst>
                <a:path w="1360" h="515">
                  <a:moveTo>
                    <a:pt x="0" y="0"/>
                  </a:moveTo>
                  <a:lnTo>
                    <a:pt x="1297" y="418"/>
                  </a:lnTo>
                  <a:cubicBezTo>
                    <a:pt x="1321" y="449"/>
                    <a:pt x="1342" y="481"/>
                    <a:pt x="1360" y="515"/>
                  </a:cubicBezTo>
                  <a:lnTo>
                    <a:pt x="93" y="106"/>
                  </a:lnTo>
                  <a:cubicBezTo>
                    <a:pt x="59" y="73"/>
                    <a:pt x="27" y="38"/>
                    <a:pt x="0" y="0"/>
                  </a:cubicBezTo>
                  <a:close/>
                </a:path>
              </a:pathLst>
            </a:custGeom>
            <a:solidFill>
              <a:srgbClr val="FDC85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671;p28"/>
            <p:cNvSpPr/>
            <p:nvPr/>
          </p:nvSpPr>
          <p:spPr>
            <a:xfrm flipH="1">
              <a:off x="1289880" y="2913480"/>
              <a:ext cx="1473840" cy="1473480"/>
            </a:xfrm>
            <a:custGeom>
              <a:avLst/>
              <a:gdLst>
                <a:gd name="textAreaLeft" fmla="*/ 360 w 1473840"/>
                <a:gd name="textAreaRight" fmla="*/ 1474560 w 1473840"/>
                <a:gd name="textAreaTop" fmla="*/ 0 h 1473480"/>
                <a:gd name="textAreaBottom" fmla="*/ 1473840 h 1473480"/>
              </a:gdLst>
              <a:ahLst/>
              <a:cxnLst/>
              <a:rect l="textAreaLeft" t="textAreaTop" r="textAreaRight" b="textAreaBottom"/>
              <a:pathLst>
                <a:path w="4296" h="4295">
                  <a:moveTo>
                    <a:pt x="3667" y="629"/>
                  </a:moveTo>
                  <a:cubicBezTo>
                    <a:pt x="3934" y="895"/>
                    <a:pt x="4125" y="1228"/>
                    <a:pt x="4223" y="1592"/>
                  </a:cubicBezTo>
                  <a:cubicBezTo>
                    <a:pt x="4320" y="1957"/>
                    <a:pt x="4320" y="2339"/>
                    <a:pt x="4223" y="2703"/>
                  </a:cubicBezTo>
                  <a:cubicBezTo>
                    <a:pt x="4125" y="3068"/>
                    <a:pt x="3933" y="3400"/>
                    <a:pt x="3667" y="3666"/>
                  </a:cubicBezTo>
                  <a:cubicBezTo>
                    <a:pt x="3400" y="3933"/>
                    <a:pt x="3068" y="4125"/>
                    <a:pt x="2704" y="4222"/>
                  </a:cubicBezTo>
                  <a:cubicBezTo>
                    <a:pt x="2339" y="4320"/>
                    <a:pt x="1956" y="4320"/>
                    <a:pt x="1592" y="4222"/>
                  </a:cubicBezTo>
                  <a:cubicBezTo>
                    <a:pt x="1227" y="4125"/>
                    <a:pt x="895" y="3933"/>
                    <a:pt x="629" y="3666"/>
                  </a:cubicBezTo>
                  <a:cubicBezTo>
                    <a:pt x="362" y="3400"/>
                    <a:pt x="171" y="3068"/>
                    <a:pt x="74" y="2703"/>
                  </a:cubicBezTo>
                  <a:cubicBezTo>
                    <a:pt x="-24" y="2339"/>
                    <a:pt x="-24" y="1956"/>
                    <a:pt x="74" y="1592"/>
                  </a:cubicBezTo>
                  <a:cubicBezTo>
                    <a:pt x="171" y="1227"/>
                    <a:pt x="362" y="896"/>
                    <a:pt x="629" y="629"/>
                  </a:cubicBezTo>
                  <a:cubicBezTo>
                    <a:pt x="895" y="363"/>
                    <a:pt x="1228" y="170"/>
                    <a:pt x="1592" y="73"/>
                  </a:cubicBezTo>
                  <a:cubicBezTo>
                    <a:pt x="1957" y="-25"/>
                    <a:pt x="2340" y="-25"/>
                    <a:pt x="2704" y="73"/>
                  </a:cubicBezTo>
                  <a:cubicBezTo>
                    <a:pt x="3069" y="170"/>
                    <a:pt x="3401" y="362"/>
                    <a:pt x="3667" y="629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27" name="Google Shape;1672;p28"/>
            <p:cNvGrpSpPr/>
            <p:nvPr/>
          </p:nvGrpSpPr>
          <p:grpSpPr>
            <a:xfrm>
              <a:off x="2866680" y="3001320"/>
              <a:ext cx="1364760" cy="1564920"/>
              <a:chOff x="2866680" y="3001320"/>
              <a:chExt cx="1364760" cy="1564920"/>
            </a:xfrm>
          </p:grpSpPr>
          <p:sp>
            <p:nvSpPr>
              <p:cNvPr id="328" name="Google Shape;1673;p28"/>
              <p:cNvSpPr/>
              <p:nvPr/>
            </p:nvSpPr>
            <p:spPr>
              <a:xfrm flipH="1">
                <a:off x="3016080" y="4488840"/>
                <a:ext cx="1215000" cy="77400"/>
              </a:xfrm>
              <a:custGeom>
                <a:avLst/>
                <a:gdLst>
                  <a:gd name="textAreaLeft" fmla="*/ -360 w 1215000"/>
                  <a:gd name="textAreaRight" fmla="*/ 1215000 w 1215000"/>
                  <a:gd name="textAreaTop" fmla="*/ 0 h 77400"/>
                  <a:gd name="textAreaBottom" fmla="*/ 77760 h 77400"/>
                </a:gdLst>
                <a:ahLst/>
                <a:cxnLst/>
                <a:rect l="textAreaLeft" t="textAreaTop" r="textAreaRight" b="textAreaBottom"/>
                <a:pathLst>
                  <a:path w="3541" h="227">
                    <a:moveTo>
                      <a:pt x="3541" y="114"/>
                    </a:moveTo>
                    <a:cubicBezTo>
                      <a:pt x="3541" y="134"/>
                      <a:pt x="3459" y="153"/>
                      <a:pt x="3304" y="170"/>
                    </a:cubicBezTo>
                    <a:cubicBezTo>
                      <a:pt x="3149" y="188"/>
                      <a:pt x="2925" y="202"/>
                      <a:pt x="2656" y="212"/>
                    </a:cubicBezTo>
                    <a:cubicBezTo>
                      <a:pt x="2387" y="222"/>
                      <a:pt x="2082" y="227"/>
                      <a:pt x="1771" y="227"/>
                    </a:cubicBezTo>
                    <a:cubicBezTo>
                      <a:pt x="1460" y="227"/>
                      <a:pt x="1155" y="222"/>
                      <a:pt x="886" y="212"/>
                    </a:cubicBezTo>
                    <a:cubicBezTo>
                      <a:pt x="616" y="202"/>
                      <a:pt x="393" y="188"/>
                      <a:pt x="238" y="170"/>
                    </a:cubicBezTo>
                    <a:cubicBezTo>
                      <a:pt x="82" y="153"/>
                      <a:pt x="0" y="134"/>
                      <a:pt x="0" y="114"/>
                    </a:cubicBezTo>
                    <a:cubicBezTo>
                      <a:pt x="0" y="94"/>
                      <a:pt x="82" y="74"/>
                      <a:pt x="238" y="57"/>
                    </a:cubicBezTo>
                    <a:cubicBezTo>
                      <a:pt x="393" y="39"/>
                      <a:pt x="616" y="25"/>
                      <a:pt x="886" y="15"/>
                    </a:cubicBezTo>
                    <a:cubicBezTo>
                      <a:pt x="1155" y="5"/>
                      <a:pt x="1460" y="0"/>
                      <a:pt x="1771" y="0"/>
                    </a:cubicBezTo>
                    <a:cubicBezTo>
                      <a:pt x="2082" y="0"/>
                      <a:pt x="2387" y="5"/>
                      <a:pt x="2656" y="15"/>
                    </a:cubicBezTo>
                    <a:cubicBezTo>
                      <a:pt x="2925" y="25"/>
                      <a:pt x="3149" y="39"/>
                      <a:pt x="3304" y="57"/>
                    </a:cubicBezTo>
                    <a:cubicBezTo>
                      <a:pt x="3459" y="74"/>
                      <a:pt x="3541" y="94"/>
                      <a:pt x="3541" y="114"/>
                    </a:cubicBezTo>
                    <a:close/>
                  </a:path>
                </a:pathLst>
              </a:custGeom>
              <a:solidFill>
                <a:srgbClr val="61795F">
                  <a:alpha val="27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6720" rIns="90000" bIns="3672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9" name="Google Shape;1674;p28"/>
              <p:cNvSpPr/>
              <p:nvPr/>
            </p:nvSpPr>
            <p:spPr>
              <a:xfrm flipH="1">
                <a:off x="3970800" y="4375080"/>
                <a:ext cx="75600" cy="78480"/>
              </a:xfrm>
              <a:custGeom>
                <a:avLst/>
                <a:gdLst>
                  <a:gd name="textAreaLeft" fmla="*/ 360 w 75600"/>
                  <a:gd name="textAreaRight" fmla="*/ 76320 w 7560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221" h="230">
                    <a:moveTo>
                      <a:pt x="154" y="230"/>
                    </a:moveTo>
                    <a:cubicBezTo>
                      <a:pt x="145" y="205"/>
                      <a:pt x="138" y="182"/>
                      <a:pt x="138" y="182"/>
                    </a:cubicBezTo>
                    <a:lnTo>
                      <a:pt x="221" y="101"/>
                    </a:lnTo>
                    <a:lnTo>
                      <a:pt x="84" y="0"/>
                    </a:lnTo>
                    <a:lnTo>
                      <a:pt x="3" y="92"/>
                    </a:lnTo>
                    <a:cubicBezTo>
                      <a:pt x="3" y="92"/>
                      <a:pt x="2" y="92"/>
                      <a:pt x="0" y="92"/>
                    </a:cubicBezTo>
                    <a:cubicBezTo>
                      <a:pt x="0" y="105"/>
                      <a:pt x="0" y="117"/>
                      <a:pt x="0" y="129"/>
                    </a:cubicBezTo>
                    <a:cubicBezTo>
                      <a:pt x="42" y="171"/>
                      <a:pt x="95" y="213"/>
                      <a:pt x="15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7800" rIns="90000" bIns="378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1675;p28"/>
              <p:cNvSpPr/>
              <p:nvPr/>
            </p:nvSpPr>
            <p:spPr>
              <a:xfrm flipH="1">
                <a:off x="3924000" y="4407120"/>
                <a:ext cx="145800" cy="103320"/>
              </a:xfrm>
              <a:custGeom>
                <a:avLst/>
                <a:gdLst>
                  <a:gd name="textAreaLeft" fmla="*/ -360 w 145800"/>
                  <a:gd name="textAreaRight" fmla="*/ 145800 w 145800"/>
                  <a:gd name="textAreaTop" fmla="*/ 0 h 103320"/>
                  <a:gd name="textAreaBottom" fmla="*/ 103680 h 103320"/>
                </a:gdLst>
                <a:ahLst/>
                <a:cxnLst/>
                <a:rect l="textAreaLeft" t="textAreaTop" r="textAreaRight" b="textAreaBottom"/>
                <a:pathLst>
                  <a:path w="426" h="302">
                    <a:moveTo>
                      <a:pt x="400" y="232"/>
                    </a:moveTo>
                    <a:cubicBezTo>
                      <a:pt x="373" y="221"/>
                      <a:pt x="275" y="201"/>
                      <a:pt x="256" y="193"/>
                    </a:cubicBezTo>
                    <a:cubicBezTo>
                      <a:pt x="247" y="188"/>
                      <a:pt x="235" y="162"/>
                      <a:pt x="225" y="137"/>
                    </a:cubicBezTo>
                    <a:cubicBezTo>
                      <a:pt x="166" y="120"/>
                      <a:pt x="113" y="78"/>
                      <a:pt x="71" y="36"/>
                    </a:cubicBezTo>
                    <a:cubicBezTo>
                      <a:pt x="71" y="24"/>
                      <a:pt x="71" y="12"/>
                      <a:pt x="71" y="0"/>
                    </a:cubicBezTo>
                    <a:cubicBezTo>
                      <a:pt x="59" y="3"/>
                      <a:pt x="19" y="17"/>
                      <a:pt x="2" y="76"/>
                    </a:cubicBezTo>
                    <a:cubicBezTo>
                      <a:pt x="-19" y="146"/>
                      <a:pt x="132" y="266"/>
                      <a:pt x="132" y="266"/>
                    </a:cubicBezTo>
                    <a:cubicBezTo>
                      <a:pt x="132" y="266"/>
                      <a:pt x="155" y="297"/>
                      <a:pt x="188" y="300"/>
                    </a:cubicBezTo>
                    <a:cubicBezTo>
                      <a:pt x="221" y="304"/>
                      <a:pt x="426" y="300"/>
                      <a:pt x="426" y="300"/>
                    </a:cubicBezTo>
                    <a:cubicBezTo>
                      <a:pt x="426" y="300"/>
                      <a:pt x="427" y="243"/>
                      <a:pt x="400" y="232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1676;p28"/>
              <p:cNvSpPr/>
              <p:nvPr/>
            </p:nvSpPr>
            <p:spPr>
              <a:xfrm flipH="1">
                <a:off x="3219480" y="4442760"/>
                <a:ext cx="76680" cy="55800"/>
              </a:xfrm>
              <a:custGeom>
                <a:avLst/>
                <a:gdLst>
                  <a:gd name="textAreaLeft" fmla="*/ -360 w 76680"/>
                  <a:gd name="textAreaRight" fmla="*/ 76680 w 76680"/>
                  <a:gd name="textAreaTop" fmla="*/ 0 h 55800"/>
                  <a:gd name="textAreaBottom" fmla="*/ 56160 h 55800"/>
                </a:gdLst>
                <a:ahLst/>
                <a:cxnLst/>
                <a:rect l="textAreaLeft" t="textAreaTop" r="textAreaRight" b="textAreaBottom"/>
                <a:pathLst>
                  <a:path w="224" h="164">
                    <a:moveTo>
                      <a:pt x="224" y="69"/>
                    </a:moveTo>
                    <a:cubicBezTo>
                      <a:pt x="223" y="69"/>
                      <a:pt x="222" y="69"/>
                      <a:pt x="221" y="68"/>
                    </a:cubicBezTo>
                    <a:cubicBezTo>
                      <a:pt x="190" y="61"/>
                      <a:pt x="163" y="0"/>
                      <a:pt x="163" y="0"/>
                    </a:cubicBezTo>
                    <a:lnTo>
                      <a:pt x="0" y="57"/>
                    </a:lnTo>
                    <a:lnTo>
                      <a:pt x="18" y="125"/>
                    </a:lnTo>
                    <a:cubicBezTo>
                      <a:pt x="18" y="125"/>
                      <a:pt x="17" y="139"/>
                      <a:pt x="17" y="156"/>
                    </a:cubicBezTo>
                    <a:cubicBezTo>
                      <a:pt x="90" y="180"/>
                      <a:pt x="185" y="146"/>
                      <a:pt x="224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4040" rIns="90000" bIns="140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2" name="Google Shape;1677;p28"/>
              <p:cNvSpPr/>
              <p:nvPr/>
            </p:nvSpPr>
            <p:spPr>
              <a:xfrm flipH="1">
                <a:off x="3137040" y="4462920"/>
                <a:ext cx="153000" cy="57600"/>
              </a:xfrm>
              <a:custGeom>
                <a:avLst/>
                <a:gdLst>
                  <a:gd name="textAreaLeft" fmla="*/ -360 w 153000"/>
                  <a:gd name="textAreaRight" fmla="*/ 153000 w 153000"/>
                  <a:gd name="textAreaTop" fmla="*/ 0 h 57600"/>
                  <a:gd name="textAreaBottom" fmla="*/ 57960 h 57600"/>
                </a:gdLst>
                <a:ahLst/>
                <a:cxnLst/>
                <a:rect l="textAreaLeft" t="textAreaTop" r="textAreaRight" b="textAreaBottom"/>
                <a:pathLst>
                  <a:path w="447" h="169">
                    <a:moveTo>
                      <a:pt x="425" y="0"/>
                    </a:moveTo>
                    <a:cubicBezTo>
                      <a:pt x="405" y="0"/>
                      <a:pt x="243" y="17"/>
                      <a:pt x="207" y="11"/>
                    </a:cubicBezTo>
                    <a:cubicBezTo>
                      <a:pt x="168" y="88"/>
                      <a:pt x="73" y="122"/>
                      <a:pt x="0" y="98"/>
                    </a:cubicBezTo>
                    <a:cubicBezTo>
                      <a:pt x="0" y="117"/>
                      <a:pt x="2" y="140"/>
                      <a:pt x="10" y="154"/>
                    </a:cubicBezTo>
                    <a:cubicBezTo>
                      <a:pt x="25" y="179"/>
                      <a:pt x="165" y="167"/>
                      <a:pt x="212" y="154"/>
                    </a:cubicBezTo>
                    <a:cubicBezTo>
                      <a:pt x="259" y="141"/>
                      <a:pt x="384" y="83"/>
                      <a:pt x="423" y="69"/>
                    </a:cubicBezTo>
                    <a:cubicBezTo>
                      <a:pt x="463" y="54"/>
                      <a:pt x="445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5840" rIns="90000" bIns="158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3" name="Google Shape;1678;p28"/>
              <p:cNvSpPr/>
              <p:nvPr/>
            </p:nvSpPr>
            <p:spPr>
              <a:xfrm flipH="1">
                <a:off x="3257640" y="3047400"/>
                <a:ext cx="135000" cy="160920"/>
              </a:xfrm>
              <a:custGeom>
                <a:avLst/>
                <a:gdLst>
                  <a:gd name="textAreaLeft" fmla="*/ -360 w 135000"/>
                  <a:gd name="textAreaRight" fmla="*/ 135000 w 13500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394" h="470">
                    <a:moveTo>
                      <a:pt x="53" y="340"/>
                    </a:moveTo>
                    <a:lnTo>
                      <a:pt x="0" y="329"/>
                    </a:lnTo>
                    <a:cubicBezTo>
                      <a:pt x="0" y="329"/>
                      <a:pt x="77" y="253"/>
                      <a:pt x="84" y="216"/>
                    </a:cubicBezTo>
                    <a:cubicBezTo>
                      <a:pt x="91" y="178"/>
                      <a:pt x="135" y="12"/>
                      <a:pt x="135" y="12"/>
                    </a:cubicBezTo>
                    <a:cubicBezTo>
                      <a:pt x="135" y="12"/>
                      <a:pt x="305" y="-18"/>
                      <a:pt x="358" y="16"/>
                    </a:cubicBezTo>
                    <a:cubicBezTo>
                      <a:pt x="411" y="49"/>
                      <a:pt x="395" y="239"/>
                      <a:pt x="378" y="313"/>
                    </a:cubicBezTo>
                    <a:cubicBezTo>
                      <a:pt x="360" y="388"/>
                      <a:pt x="255" y="370"/>
                      <a:pt x="255" y="370"/>
                    </a:cubicBezTo>
                    <a:cubicBezTo>
                      <a:pt x="255" y="370"/>
                      <a:pt x="220" y="400"/>
                      <a:pt x="224" y="458"/>
                    </a:cubicBezTo>
                    <a:cubicBezTo>
                      <a:pt x="227" y="517"/>
                      <a:pt x="53" y="340"/>
                      <a:pt x="53" y="340"/>
                    </a:cubicBezTo>
                    <a:close/>
                  </a:path>
                </a:pathLst>
              </a:custGeom>
              <a:solidFill>
                <a:srgbClr val="886E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4" name="Google Shape;1679;p28"/>
              <p:cNvSpPr/>
              <p:nvPr/>
            </p:nvSpPr>
            <p:spPr>
              <a:xfrm flipH="1">
                <a:off x="3297960" y="3151800"/>
                <a:ext cx="117360" cy="97200"/>
              </a:xfrm>
              <a:custGeom>
                <a:avLst/>
                <a:gdLst>
                  <a:gd name="textAreaLeft" fmla="*/ 360 w 117360"/>
                  <a:gd name="textAreaRight" fmla="*/ 118080 w 117360"/>
                  <a:gd name="textAreaTop" fmla="*/ 0 h 97200"/>
                  <a:gd name="textAreaBottom" fmla="*/ 97560 h 97200"/>
                </a:gdLst>
                <a:ahLst/>
                <a:cxnLst/>
                <a:rect l="textAreaLeft" t="textAreaTop" r="textAreaRight" b="textAreaBottom"/>
                <a:pathLst>
                  <a:path w="343" h="284">
                    <a:moveTo>
                      <a:pt x="0" y="41"/>
                    </a:moveTo>
                    <a:cubicBezTo>
                      <a:pt x="0" y="41"/>
                      <a:pt x="44" y="-1"/>
                      <a:pt x="79" y="0"/>
                    </a:cubicBezTo>
                    <a:cubicBezTo>
                      <a:pt x="114" y="1"/>
                      <a:pt x="287" y="110"/>
                      <a:pt x="305" y="139"/>
                    </a:cubicBezTo>
                    <a:cubicBezTo>
                      <a:pt x="323" y="168"/>
                      <a:pt x="343" y="284"/>
                      <a:pt x="343" y="284"/>
                    </a:cubicBezTo>
                    <a:cubicBezTo>
                      <a:pt x="343" y="284"/>
                      <a:pt x="193" y="106"/>
                      <a:pt x="0" y="4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5" name="Google Shape;1680;p28"/>
              <p:cNvSpPr/>
              <p:nvPr/>
            </p:nvSpPr>
            <p:spPr>
              <a:xfrm flipH="1">
                <a:off x="3497400" y="3731760"/>
                <a:ext cx="525240" cy="692640"/>
              </a:xfrm>
              <a:custGeom>
                <a:avLst/>
                <a:gdLst>
                  <a:gd name="textAreaLeft" fmla="*/ -360 w 525240"/>
                  <a:gd name="textAreaRight" fmla="*/ 525240 w 525240"/>
                  <a:gd name="textAreaTop" fmla="*/ 0 h 692640"/>
                  <a:gd name="textAreaBottom" fmla="*/ 693000 h 692640"/>
                </a:gdLst>
                <a:ahLst/>
                <a:cxnLst/>
                <a:rect l="textAreaLeft" t="textAreaTop" r="textAreaRight" b="textAreaBottom"/>
                <a:pathLst>
                  <a:path w="1531" h="2019">
                    <a:moveTo>
                      <a:pt x="994" y="0"/>
                    </a:moveTo>
                    <a:lnTo>
                      <a:pt x="606" y="1071"/>
                    </a:lnTo>
                    <a:lnTo>
                      <a:pt x="1" y="1856"/>
                    </a:lnTo>
                    <a:cubicBezTo>
                      <a:pt x="-10" y="1936"/>
                      <a:pt x="59" y="1983"/>
                      <a:pt x="154" y="2019"/>
                    </a:cubicBezTo>
                    <a:lnTo>
                      <a:pt x="1003" y="1247"/>
                    </a:lnTo>
                    <a:lnTo>
                      <a:pt x="1531" y="136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6" name="Google Shape;1681;p28"/>
              <p:cNvSpPr/>
              <p:nvPr/>
            </p:nvSpPr>
            <p:spPr>
              <a:xfrm flipH="1">
                <a:off x="3231000" y="3619440"/>
                <a:ext cx="459720" cy="848160"/>
              </a:xfrm>
              <a:custGeom>
                <a:avLst/>
                <a:gdLst>
                  <a:gd name="textAreaLeft" fmla="*/ -360 w 459720"/>
                  <a:gd name="textAreaRight" fmla="*/ 459720 w 459720"/>
                  <a:gd name="textAreaTop" fmla="*/ 0 h 848160"/>
                  <a:gd name="textAreaBottom" fmla="*/ 848520 h 848160"/>
                </a:gdLst>
                <a:ahLst/>
                <a:cxnLst/>
                <a:rect l="textAreaLeft" t="textAreaTop" r="textAreaRight" b="textAreaBottom"/>
                <a:pathLst>
                  <a:path w="1341" h="2472">
                    <a:moveTo>
                      <a:pt x="81" y="0"/>
                    </a:moveTo>
                    <a:cubicBezTo>
                      <a:pt x="81" y="0"/>
                      <a:pt x="16" y="142"/>
                      <a:pt x="2" y="266"/>
                    </a:cubicBezTo>
                    <a:cubicBezTo>
                      <a:pt x="-2" y="297"/>
                      <a:pt x="2" y="330"/>
                      <a:pt x="8" y="363"/>
                    </a:cubicBezTo>
                    <a:cubicBezTo>
                      <a:pt x="30" y="466"/>
                      <a:pt x="86" y="559"/>
                      <a:pt x="164" y="630"/>
                    </a:cubicBezTo>
                    <a:lnTo>
                      <a:pt x="221" y="683"/>
                    </a:lnTo>
                    <a:lnTo>
                      <a:pt x="752" y="1493"/>
                    </a:lnTo>
                    <a:lnTo>
                      <a:pt x="1096" y="2457"/>
                    </a:lnTo>
                    <a:cubicBezTo>
                      <a:pt x="1107" y="2501"/>
                      <a:pt x="1352" y="2439"/>
                      <a:pt x="1341" y="2395"/>
                    </a:cubicBezTo>
                    <a:cubicBezTo>
                      <a:pt x="1341" y="2395"/>
                      <a:pt x="1149" y="1543"/>
                      <a:pt x="1085" y="1335"/>
                    </a:cubicBezTo>
                    <a:cubicBezTo>
                      <a:pt x="1020" y="1128"/>
                      <a:pt x="709" y="432"/>
                      <a:pt x="709" y="432"/>
                    </a:cubicBezTo>
                    <a:lnTo>
                      <a:pt x="689" y="292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7" name="Google Shape;1682;p28"/>
              <p:cNvSpPr/>
              <p:nvPr/>
            </p:nvSpPr>
            <p:spPr>
              <a:xfrm flipH="1">
                <a:off x="3451680" y="3673440"/>
                <a:ext cx="231480" cy="96120"/>
              </a:xfrm>
              <a:custGeom>
                <a:avLst/>
                <a:gdLst>
                  <a:gd name="textAreaLeft" fmla="*/ -360 w 231480"/>
                  <a:gd name="textAreaRight" fmla="*/ 231480 w 23148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676" h="281">
                    <a:moveTo>
                      <a:pt x="0" y="0"/>
                    </a:moveTo>
                    <a:cubicBezTo>
                      <a:pt x="0" y="0"/>
                      <a:pt x="89" y="154"/>
                      <a:pt x="294" y="220"/>
                    </a:cubicBezTo>
                    <a:cubicBezTo>
                      <a:pt x="499" y="286"/>
                      <a:pt x="676" y="281"/>
                      <a:pt x="676" y="281"/>
                    </a:cubicBezTo>
                    <a:lnTo>
                      <a:pt x="665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8" name="Google Shape;1683;p28"/>
              <p:cNvSpPr/>
              <p:nvPr/>
            </p:nvSpPr>
            <p:spPr>
              <a:xfrm flipH="1">
                <a:off x="3283200" y="3162600"/>
                <a:ext cx="423360" cy="593640"/>
              </a:xfrm>
              <a:custGeom>
                <a:avLst/>
                <a:gdLst>
                  <a:gd name="textAreaLeft" fmla="*/ 360 w 423360"/>
                  <a:gd name="textAreaRight" fmla="*/ 424080 w 423360"/>
                  <a:gd name="textAreaTop" fmla="*/ 0 h 593640"/>
                  <a:gd name="textAreaBottom" fmla="*/ 594000 h 593640"/>
                </a:gdLst>
                <a:ahLst/>
                <a:cxnLst/>
                <a:rect l="textAreaLeft" t="textAreaTop" r="textAreaRight" b="textAreaBottom"/>
                <a:pathLst>
                  <a:path w="1235" h="1731">
                    <a:moveTo>
                      <a:pt x="842" y="0"/>
                    </a:moveTo>
                    <a:cubicBezTo>
                      <a:pt x="840" y="1"/>
                      <a:pt x="839" y="1"/>
                      <a:pt x="838" y="2"/>
                    </a:cubicBezTo>
                    <a:cubicBezTo>
                      <a:pt x="667" y="71"/>
                      <a:pt x="539" y="216"/>
                      <a:pt x="485" y="392"/>
                    </a:cubicBezTo>
                    <a:cubicBezTo>
                      <a:pt x="426" y="583"/>
                      <a:pt x="358" y="825"/>
                      <a:pt x="358" y="825"/>
                    </a:cubicBezTo>
                    <a:lnTo>
                      <a:pt x="0" y="1441"/>
                    </a:lnTo>
                    <a:cubicBezTo>
                      <a:pt x="0" y="1441"/>
                      <a:pt x="430" y="1786"/>
                      <a:pt x="793" y="1723"/>
                    </a:cubicBezTo>
                    <a:cubicBezTo>
                      <a:pt x="857" y="1552"/>
                      <a:pt x="1027" y="1010"/>
                      <a:pt x="1027" y="1010"/>
                    </a:cubicBezTo>
                    <a:cubicBezTo>
                      <a:pt x="1027" y="1010"/>
                      <a:pt x="1273" y="722"/>
                      <a:pt x="1230" y="344"/>
                    </a:cubicBezTo>
                    <a:cubicBezTo>
                      <a:pt x="1220" y="259"/>
                      <a:pt x="1153" y="181"/>
                      <a:pt x="1098" y="122"/>
                    </a:cubicBezTo>
                    <a:cubicBezTo>
                      <a:pt x="991" y="8"/>
                      <a:pt x="842" y="0"/>
                      <a:pt x="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9" name="Google Shape;1684;p28"/>
              <p:cNvSpPr/>
              <p:nvPr/>
            </p:nvSpPr>
            <p:spPr>
              <a:xfrm flipH="1">
                <a:off x="3427200" y="3370680"/>
                <a:ext cx="145800" cy="329040"/>
              </a:xfrm>
              <a:custGeom>
                <a:avLst/>
                <a:gdLst>
                  <a:gd name="textAreaLeft" fmla="*/ -360 w 145800"/>
                  <a:gd name="textAreaRight" fmla="*/ 145800 w 145800"/>
                  <a:gd name="textAreaTop" fmla="*/ 0 h 329040"/>
                  <a:gd name="textAreaBottom" fmla="*/ 329400 h 329040"/>
                </a:gdLst>
                <a:ahLst/>
                <a:cxnLst/>
                <a:rect l="textAreaLeft" t="textAreaTop" r="textAreaRight" b="textAreaBottom"/>
                <a:pathLst>
                  <a:path w="426" h="960">
                    <a:moveTo>
                      <a:pt x="4" y="960"/>
                    </a:moveTo>
                    <a:cubicBezTo>
                      <a:pt x="3" y="960"/>
                      <a:pt x="3" y="960"/>
                      <a:pt x="2" y="960"/>
                    </a:cubicBezTo>
                    <a:cubicBezTo>
                      <a:pt x="0" y="959"/>
                      <a:pt x="-1" y="956"/>
                      <a:pt x="0" y="954"/>
                    </a:cubicBezTo>
                    <a:lnTo>
                      <a:pt x="321" y="316"/>
                    </a:lnTo>
                    <a:lnTo>
                      <a:pt x="417" y="3"/>
                    </a:lnTo>
                    <a:cubicBezTo>
                      <a:pt x="418" y="0"/>
                      <a:pt x="421" y="-1"/>
                      <a:pt x="423" y="0"/>
                    </a:cubicBezTo>
                    <a:cubicBezTo>
                      <a:pt x="425" y="0"/>
                      <a:pt x="427" y="3"/>
                      <a:pt x="426" y="5"/>
                    </a:cubicBezTo>
                    <a:lnTo>
                      <a:pt x="329" y="320"/>
                    </a:lnTo>
                    <a:lnTo>
                      <a:pt x="8" y="958"/>
                    </a:lnTo>
                    <a:cubicBezTo>
                      <a:pt x="7" y="959"/>
                      <a:pt x="6" y="960"/>
                      <a:pt x="4" y="9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0" name="Google Shape;1685;p28"/>
              <p:cNvSpPr/>
              <p:nvPr/>
            </p:nvSpPr>
            <p:spPr>
              <a:xfrm flipH="1">
                <a:off x="3429360" y="3468600"/>
                <a:ext cx="52560" cy="18720"/>
              </a:xfrm>
              <a:custGeom>
                <a:avLst/>
                <a:gdLst>
                  <a:gd name="textAreaLeft" fmla="*/ 360 w 52560"/>
                  <a:gd name="textAreaRight" fmla="*/ 53280 w 52560"/>
                  <a:gd name="textAreaTop" fmla="*/ 0 h 18720"/>
                  <a:gd name="textAreaBottom" fmla="*/ 19080 h 18720"/>
                </a:gdLst>
                <a:ahLst/>
                <a:cxnLst/>
                <a:rect l="textAreaLeft" t="textAreaTop" r="textAreaRight" b="textAreaBottom"/>
                <a:pathLst>
                  <a:path w="154" h="56">
                    <a:moveTo>
                      <a:pt x="149" y="56"/>
                    </a:moveTo>
                    <a:lnTo>
                      <a:pt x="149" y="56"/>
                    </a:lnTo>
                    <a:cubicBezTo>
                      <a:pt x="67" y="49"/>
                      <a:pt x="5" y="10"/>
                      <a:pt x="2" y="8"/>
                    </a:cubicBezTo>
                    <a:cubicBezTo>
                      <a:pt x="0" y="7"/>
                      <a:pt x="-1" y="4"/>
                      <a:pt x="1" y="2"/>
                    </a:cubicBezTo>
                    <a:cubicBezTo>
                      <a:pt x="2" y="0"/>
                      <a:pt x="5" y="-1"/>
                      <a:pt x="7" y="1"/>
                    </a:cubicBezTo>
                    <a:cubicBezTo>
                      <a:pt x="8" y="1"/>
                      <a:pt x="70" y="40"/>
                      <a:pt x="150" y="47"/>
                    </a:cubicBezTo>
                    <a:cubicBezTo>
                      <a:pt x="152" y="47"/>
                      <a:pt x="154" y="49"/>
                      <a:pt x="154" y="52"/>
                    </a:cubicBezTo>
                    <a:cubicBezTo>
                      <a:pt x="154" y="54"/>
                      <a:pt x="152" y="56"/>
                      <a:pt x="1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0" rIns="90000" bIns="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1" name="Google Shape;1686;p28"/>
              <p:cNvSpPr/>
              <p:nvPr/>
            </p:nvSpPr>
            <p:spPr>
              <a:xfrm flipH="1">
                <a:off x="3240360" y="3001320"/>
                <a:ext cx="146880" cy="127080"/>
              </a:xfrm>
              <a:custGeom>
                <a:avLst/>
                <a:gdLst>
                  <a:gd name="textAreaLeft" fmla="*/ 360 w 146880"/>
                  <a:gd name="textAreaRight" fmla="*/ 147600 w 146880"/>
                  <a:gd name="textAreaTop" fmla="*/ 0 h 127080"/>
                  <a:gd name="textAreaBottom" fmla="*/ 127440 h 127080"/>
                </a:gdLst>
                <a:ahLst/>
                <a:cxnLst/>
                <a:rect l="textAreaLeft" t="textAreaTop" r="textAreaRight" b="textAreaBottom"/>
                <a:pathLst>
                  <a:path w="429" h="371">
                    <a:moveTo>
                      <a:pt x="6" y="133"/>
                    </a:moveTo>
                    <a:cubicBezTo>
                      <a:pt x="6" y="133"/>
                      <a:pt x="-6" y="214"/>
                      <a:pt x="4" y="257"/>
                    </a:cubicBezTo>
                    <a:cubicBezTo>
                      <a:pt x="14" y="301"/>
                      <a:pt x="62" y="366"/>
                      <a:pt x="62" y="366"/>
                    </a:cubicBezTo>
                    <a:lnTo>
                      <a:pt x="103" y="371"/>
                    </a:lnTo>
                    <a:cubicBezTo>
                      <a:pt x="103" y="371"/>
                      <a:pt x="158" y="229"/>
                      <a:pt x="197" y="233"/>
                    </a:cubicBezTo>
                    <a:cubicBezTo>
                      <a:pt x="236" y="237"/>
                      <a:pt x="236" y="303"/>
                      <a:pt x="236" y="303"/>
                    </a:cubicBezTo>
                    <a:lnTo>
                      <a:pt x="234" y="320"/>
                    </a:lnTo>
                    <a:lnTo>
                      <a:pt x="261" y="320"/>
                    </a:lnTo>
                    <a:cubicBezTo>
                      <a:pt x="261" y="320"/>
                      <a:pt x="261" y="262"/>
                      <a:pt x="286" y="240"/>
                    </a:cubicBezTo>
                    <a:cubicBezTo>
                      <a:pt x="311" y="218"/>
                      <a:pt x="352" y="205"/>
                      <a:pt x="367" y="199"/>
                    </a:cubicBezTo>
                    <a:cubicBezTo>
                      <a:pt x="419" y="179"/>
                      <a:pt x="423" y="148"/>
                      <a:pt x="423" y="148"/>
                    </a:cubicBezTo>
                    <a:cubicBezTo>
                      <a:pt x="423" y="148"/>
                      <a:pt x="435" y="95"/>
                      <a:pt x="425" y="48"/>
                    </a:cubicBezTo>
                    <a:cubicBezTo>
                      <a:pt x="415" y="0"/>
                      <a:pt x="348" y="-17"/>
                      <a:pt x="280" y="19"/>
                    </a:cubicBezTo>
                    <a:cubicBezTo>
                      <a:pt x="248" y="36"/>
                      <a:pt x="190" y="41"/>
                      <a:pt x="157" y="49"/>
                    </a:cubicBezTo>
                    <a:cubicBezTo>
                      <a:pt x="124" y="58"/>
                      <a:pt x="32" y="29"/>
                      <a:pt x="6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2" name="Google Shape;1687;p28"/>
              <p:cNvSpPr/>
              <p:nvPr/>
            </p:nvSpPr>
            <p:spPr>
              <a:xfrm flipH="1">
                <a:off x="2866320" y="3318840"/>
                <a:ext cx="118440" cy="99360"/>
              </a:xfrm>
              <a:custGeom>
                <a:avLst/>
                <a:gdLst>
                  <a:gd name="textAreaLeft" fmla="*/ -360 w 118440"/>
                  <a:gd name="textAreaRight" fmla="*/ 118440 w 118440"/>
                  <a:gd name="textAreaTop" fmla="*/ 0 h 99360"/>
                  <a:gd name="textAreaBottom" fmla="*/ 99720 h 99360"/>
                </a:gdLst>
                <a:ahLst/>
                <a:cxnLst/>
                <a:rect l="textAreaLeft" t="textAreaTop" r="textAreaRight" b="textAreaBottom"/>
                <a:pathLst>
                  <a:path w="346" h="291">
                    <a:moveTo>
                      <a:pt x="4" y="169"/>
                    </a:moveTo>
                    <a:lnTo>
                      <a:pt x="88" y="152"/>
                    </a:lnTo>
                    <a:cubicBezTo>
                      <a:pt x="88" y="152"/>
                      <a:pt x="141" y="71"/>
                      <a:pt x="164" y="49"/>
                    </a:cubicBezTo>
                    <a:cubicBezTo>
                      <a:pt x="187" y="27"/>
                      <a:pt x="242" y="27"/>
                      <a:pt x="281" y="17"/>
                    </a:cubicBezTo>
                    <a:cubicBezTo>
                      <a:pt x="320" y="7"/>
                      <a:pt x="337" y="-8"/>
                      <a:pt x="346" y="6"/>
                    </a:cubicBezTo>
                    <a:cubicBezTo>
                      <a:pt x="354" y="21"/>
                      <a:pt x="274" y="67"/>
                      <a:pt x="266" y="77"/>
                    </a:cubicBezTo>
                    <a:cubicBezTo>
                      <a:pt x="258" y="87"/>
                      <a:pt x="215" y="176"/>
                      <a:pt x="176" y="211"/>
                    </a:cubicBezTo>
                    <a:cubicBezTo>
                      <a:pt x="137" y="246"/>
                      <a:pt x="0" y="291"/>
                      <a:pt x="0" y="291"/>
                    </a:cubicBezTo>
                    <a:lnTo>
                      <a:pt x="4" y="169"/>
                    </a:lnTo>
                    <a:close/>
                  </a:path>
                </a:pathLst>
              </a:custGeom>
              <a:solidFill>
                <a:srgbClr val="886E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3" name="Google Shape;1688;p28"/>
              <p:cNvSpPr/>
              <p:nvPr/>
            </p:nvSpPr>
            <p:spPr>
              <a:xfrm flipH="1">
                <a:off x="2971800" y="3243600"/>
                <a:ext cx="459720" cy="192960"/>
              </a:xfrm>
              <a:custGeom>
                <a:avLst/>
                <a:gdLst>
                  <a:gd name="textAreaLeft" fmla="*/ -360 w 459720"/>
                  <a:gd name="textAreaRight" fmla="*/ 459720 w 459720"/>
                  <a:gd name="textAreaTop" fmla="*/ 0 h 192960"/>
                  <a:gd name="textAreaBottom" fmla="*/ 193320 h 192960"/>
                </a:gdLst>
                <a:ahLst/>
                <a:cxnLst/>
                <a:rect l="textAreaLeft" t="textAreaTop" r="textAreaRight" b="textAreaBottom"/>
                <a:pathLst>
                  <a:path w="1341" h="563">
                    <a:moveTo>
                      <a:pt x="116" y="404"/>
                    </a:moveTo>
                    <a:cubicBezTo>
                      <a:pt x="116" y="404"/>
                      <a:pt x="562" y="524"/>
                      <a:pt x="685" y="554"/>
                    </a:cubicBezTo>
                    <a:cubicBezTo>
                      <a:pt x="808" y="585"/>
                      <a:pt x="1337" y="525"/>
                      <a:pt x="1337" y="525"/>
                    </a:cubicBezTo>
                    <a:cubicBezTo>
                      <a:pt x="1346" y="458"/>
                      <a:pt x="1340" y="399"/>
                      <a:pt x="1302" y="354"/>
                    </a:cubicBezTo>
                    <a:cubicBezTo>
                      <a:pt x="1302" y="354"/>
                      <a:pt x="873" y="297"/>
                      <a:pt x="801" y="290"/>
                    </a:cubicBezTo>
                    <a:cubicBezTo>
                      <a:pt x="729" y="284"/>
                      <a:pt x="297" y="12"/>
                      <a:pt x="297" y="12"/>
                    </a:cubicBezTo>
                    <a:cubicBezTo>
                      <a:pt x="297" y="12"/>
                      <a:pt x="127" y="-50"/>
                      <a:pt x="29" y="105"/>
                    </a:cubicBezTo>
                    <a:cubicBezTo>
                      <a:pt x="-69" y="260"/>
                      <a:pt x="116" y="404"/>
                      <a:pt x="116" y="404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4" name="Google Shape;1689;p28"/>
              <p:cNvSpPr/>
              <p:nvPr/>
            </p:nvSpPr>
            <p:spPr>
              <a:xfrm flipH="1">
                <a:off x="2871720" y="3269520"/>
                <a:ext cx="111600" cy="109800"/>
              </a:xfrm>
              <a:custGeom>
                <a:avLst/>
                <a:gdLst>
                  <a:gd name="textAreaLeft" fmla="*/ 360 w 111600"/>
                  <a:gd name="textAreaRight" fmla="*/ 112320 w 111600"/>
                  <a:gd name="textAreaTop" fmla="*/ 0 h 109800"/>
                  <a:gd name="textAreaBottom" fmla="*/ 110160 h 109800"/>
                </a:gdLst>
                <a:ahLst/>
                <a:cxnLst/>
                <a:rect l="textAreaLeft" t="textAreaTop" r="textAreaRight" b="textAreaBottom"/>
                <a:pathLst>
                  <a:path w="326" h="321">
                    <a:moveTo>
                      <a:pt x="0" y="199"/>
                    </a:moveTo>
                    <a:lnTo>
                      <a:pt x="82" y="174"/>
                    </a:lnTo>
                    <a:cubicBezTo>
                      <a:pt x="82" y="174"/>
                      <a:pt x="128" y="89"/>
                      <a:pt x="149" y="64"/>
                    </a:cubicBezTo>
                    <a:cubicBezTo>
                      <a:pt x="169" y="40"/>
                      <a:pt x="224" y="36"/>
                      <a:pt x="262" y="22"/>
                    </a:cubicBezTo>
                    <a:cubicBezTo>
                      <a:pt x="299" y="8"/>
                      <a:pt x="315" y="-8"/>
                      <a:pt x="325" y="5"/>
                    </a:cubicBezTo>
                    <a:cubicBezTo>
                      <a:pt x="335" y="19"/>
                      <a:pt x="259" y="73"/>
                      <a:pt x="252" y="83"/>
                    </a:cubicBezTo>
                    <a:cubicBezTo>
                      <a:pt x="244" y="94"/>
                      <a:pt x="210" y="187"/>
                      <a:pt x="175" y="225"/>
                    </a:cubicBezTo>
                    <a:cubicBezTo>
                      <a:pt x="139" y="263"/>
                      <a:pt x="7" y="321"/>
                      <a:pt x="7" y="321"/>
                    </a:cubicBez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886E58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5" name="Google Shape;1690;p28"/>
              <p:cNvSpPr/>
              <p:nvPr/>
            </p:nvSpPr>
            <p:spPr>
              <a:xfrm flipH="1">
                <a:off x="2940120" y="3240000"/>
                <a:ext cx="490680" cy="184320"/>
              </a:xfrm>
              <a:custGeom>
                <a:avLst/>
                <a:gdLst>
                  <a:gd name="textAreaLeft" fmla="*/ -360 w 490680"/>
                  <a:gd name="textAreaRight" fmla="*/ 490680 w 490680"/>
                  <a:gd name="textAreaTop" fmla="*/ 0 h 184320"/>
                  <a:gd name="textAreaBottom" fmla="*/ 184680 h 184320"/>
                </a:gdLst>
                <a:ahLst/>
                <a:cxnLst/>
                <a:rect l="textAreaLeft" t="textAreaTop" r="textAreaRight" b="textAreaBottom"/>
                <a:pathLst>
                  <a:path w="1431" h="538">
                    <a:moveTo>
                      <a:pt x="143" y="433"/>
                    </a:moveTo>
                    <a:cubicBezTo>
                      <a:pt x="143" y="433"/>
                      <a:pt x="622" y="516"/>
                      <a:pt x="754" y="536"/>
                    </a:cubicBezTo>
                    <a:cubicBezTo>
                      <a:pt x="886" y="556"/>
                      <a:pt x="1430" y="420"/>
                      <a:pt x="1430" y="420"/>
                    </a:cubicBezTo>
                    <a:cubicBezTo>
                      <a:pt x="1434" y="348"/>
                      <a:pt x="1421" y="286"/>
                      <a:pt x="1377" y="243"/>
                    </a:cubicBezTo>
                    <a:cubicBezTo>
                      <a:pt x="1377" y="243"/>
                      <a:pt x="926" y="249"/>
                      <a:pt x="850" y="249"/>
                    </a:cubicBezTo>
                    <a:cubicBezTo>
                      <a:pt x="774" y="249"/>
                      <a:pt x="295" y="6"/>
                      <a:pt x="295" y="6"/>
                    </a:cubicBezTo>
                    <a:cubicBezTo>
                      <a:pt x="295" y="6"/>
                      <a:pt x="110" y="-43"/>
                      <a:pt x="22" y="129"/>
                    </a:cubicBezTo>
                    <a:cubicBezTo>
                      <a:pt x="-66" y="301"/>
                      <a:pt x="143" y="433"/>
                      <a:pt x="143" y="433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6" name="Google Shape;1691;p28"/>
              <p:cNvSpPr/>
              <p:nvPr/>
            </p:nvSpPr>
            <p:spPr>
              <a:xfrm flipH="1">
                <a:off x="3332880" y="3213000"/>
                <a:ext cx="106560" cy="149400"/>
              </a:xfrm>
              <a:custGeom>
                <a:avLst/>
                <a:gdLst>
                  <a:gd name="textAreaLeft" fmla="*/ 360 w 106560"/>
                  <a:gd name="textAreaRight" fmla="*/ 107280 w 106560"/>
                  <a:gd name="textAreaTop" fmla="*/ 0 h 149400"/>
                  <a:gd name="textAreaBottom" fmla="*/ 149760 h 149400"/>
                </a:gdLst>
                <a:ahLst/>
                <a:cxnLst/>
                <a:rect l="textAreaLeft" t="textAreaTop" r="textAreaRight" b="textAreaBottom"/>
                <a:pathLst>
                  <a:path w="312" h="436">
                    <a:moveTo>
                      <a:pt x="129" y="436"/>
                    </a:moveTo>
                    <a:cubicBezTo>
                      <a:pt x="128" y="436"/>
                      <a:pt x="127" y="435"/>
                      <a:pt x="127" y="435"/>
                    </a:cubicBezTo>
                    <a:cubicBezTo>
                      <a:pt x="59" y="397"/>
                      <a:pt x="9" y="319"/>
                      <a:pt x="1" y="236"/>
                    </a:cubicBezTo>
                    <a:cubicBezTo>
                      <a:pt x="-6" y="164"/>
                      <a:pt x="19" y="100"/>
                      <a:pt x="70" y="56"/>
                    </a:cubicBezTo>
                    <a:cubicBezTo>
                      <a:pt x="195" y="-52"/>
                      <a:pt x="309" y="28"/>
                      <a:pt x="310" y="28"/>
                    </a:cubicBezTo>
                    <a:cubicBezTo>
                      <a:pt x="312" y="30"/>
                      <a:pt x="312" y="33"/>
                      <a:pt x="311" y="34"/>
                    </a:cubicBezTo>
                    <a:cubicBezTo>
                      <a:pt x="309" y="36"/>
                      <a:pt x="307" y="37"/>
                      <a:pt x="305" y="36"/>
                    </a:cubicBezTo>
                    <a:cubicBezTo>
                      <a:pt x="301" y="32"/>
                      <a:pt x="196" y="-41"/>
                      <a:pt x="76" y="62"/>
                    </a:cubicBezTo>
                    <a:cubicBezTo>
                      <a:pt x="27" y="105"/>
                      <a:pt x="3" y="166"/>
                      <a:pt x="10" y="236"/>
                    </a:cubicBezTo>
                    <a:cubicBezTo>
                      <a:pt x="18" y="315"/>
                      <a:pt x="65" y="390"/>
                      <a:pt x="131" y="427"/>
                    </a:cubicBezTo>
                    <a:cubicBezTo>
                      <a:pt x="133" y="429"/>
                      <a:pt x="134" y="431"/>
                      <a:pt x="133" y="433"/>
                    </a:cubicBezTo>
                    <a:cubicBezTo>
                      <a:pt x="132" y="435"/>
                      <a:pt x="130" y="436"/>
                      <a:pt x="129" y="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47" name="Google Shape;1692;p28"/>
            <p:cNvSpPr/>
            <p:nvPr/>
          </p:nvSpPr>
          <p:spPr>
            <a:xfrm>
              <a:off x="1241640" y="2895840"/>
              <a:ext cx="154620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9000" b="0" u="none" strike="noStrike">
                  <a:solidFill>
                    <a:schemeClr val="accent2"/>
                  </a:solidFill>
                  <a:effectLst/>
                  <a:uFillTx/>
                  <a:latin typeface="Be Vietnam Pro SemiBold"/>
                  <a:ea typeface="Be Vietnam Pro SemiBold"/>
                </a:rPr>
                <a:t>$</a:t>
              </a:r>
              <a:endParaRPr lang="en-US" sz="90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8" name="Rectangle 347"/>
          <p:cNvSpPr/>
          <p:nvPr/>
        </p:nvSpPr>
        <p:spPr>
          <a:xfrm>
            <a:off x="4461732" y="772020"/>
            <a:ext cx="4161960" cy="184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GB" sz="5400" dirty="0"/>
              <a:t>Region-wise Performance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Rectangle 348"/>
          <p:cNvSpPr/>
          <p:nvPr/>
        </p:nvSpPr>
        <p:spPr>
          <a:xfrm>
            <a:off x="4572000" y="3350034"/>
            <a:ext cx="37144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400" dirty="0"/>
              <a:t>Analysis of OC Loans, Active Loans, Zero Bucket &amp; Gross Arrears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: Rounded Corners 349"/>
          <p:cNvSpPr/>
          <p:nvPr/>
        </p:nvSpPr>
        <p:spPr>
          <a:xfrm>
            <a:off x="5443532" y="952681"/>
            <a:ext cx="2778632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1" name="Rectangle: Rounded Corners 350"/>
          <p:cNvSpPr/>
          <p:nvPr/>
        </p:nvSpPr>
        <p:spPr>
          <a:xfrm>
            <a:off x="5443532" y="2769712"/>
            <a:ext cx="2778632" cy="12949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243B5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3" name="Rectangle 352"/>
          <p:cNvSpPr/>
          <p:nvPr/>
        </p:nvSpPr>
        <p:spPr>
          <a:xfrm>
            <a:off x="476280" y="271761"/>
            <a:ext cx="4967252" cy="5718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tabLst>
                <a:tab pos="0" algn="l"/>
              </a:tabLst>
            </a:pPr>
            <a:r>
              <a:rPr lang="en-GB" sz="2400" b="1" dirty="0"/>
              <a:t>Grand Total Not Paid Last 3 Months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476280" y="3848275"/>
            <a:ext cx="4519466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1600" dirty="0"/>
              <a:t>54% of the company's OC loans were not paid during the last three months.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5" name="Rectangle 354"/>
          <p:cNvSpPr/>
          <p:nvPr/>
        </p:nvSpPr>
        <p:spPr>
          <a:xfrm>
            <a:off x="5710292" y="990481"/>
            <a:ext cx="237953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243B50"/>
                </a:solidFill>
                <a:latin typeface="Be Vietnam Pro"/>
              </a:rPr>
              <a:t>46%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6" name="Rectangle 355"/>
          <p:cNvSpPr/>
          <p:nvPr/>
        </p:nvSpPr>
        <p:spPr>
          <a:xfrm>
            <a:off x="5710292" y="1600321"/>
            <a:ext cx="318096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1400" dirty="0"/>
              <a:t>Paid OC Loans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7" name="Rectangle 356"/>
          <p:cNvSpPr/>
          <p:nvPr/>
        </p:nvSpPr>
        <p:spPr>
          <a:xfrm>
            <a:off x="5710292" y="2815306"/>
            <a:ext cx="237953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243B50"/>
                </a:solidFill>
                <a:latin typeface="Be Vietnam Pro"/>
              </a:rPr>
              <a:t>54%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8" name="Rectangle 357"/>
          <p:cNvSpPr/>
          <p:nvPr/>
        </p:nvSpPr>
        <p:spPr>
          <a:xfrm>
            <a:off x="5710292" y="3390840"/>
            <a:ext cx="3180960" cy="4303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1400" dirty="0"/>
              <a:t>Not Paid OC Loans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D64EDC4-AB2C-4C80-A03E-3DBB4FD79A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309085"/>
              </p:ext>
            </p:extLst>
          </p:nvPr>
        </p:nvGraphicFramePr>
        <p:xfrm>
          <a:off x="627422" y="979355"/>
          <a:ext cx="3045046" cy="2597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360"/>
          <p:cNvSpPr/>
          <p:nvPr/>
        </p:nvSpPr>
        <p:spPr>
          <a:xfrm>
            <a:off x="476280" y="380880"/>
            <a:ext cx="8191080" cy="4492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2200" b="1" dirty="0"/>
              <a:t>Region-wise Not Paid OC Loans – Last 3 Months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4" name="Rectangle 363"/>
          <p:cNvSpPr/>
          <p:nvPr/>
        </p:nvSpPr>
        <p:spPr>
          <a:xfrm>
            <a:off x="5669154" y="1525482"/>
            <a:ext cx="2857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>
              <a:tabLst>
                <a:tab pos="0" algn="l"/>
              </a:tabLst>
            </a:pPr>
            <a:r>
              <a:rPr lang="en-GB" sz="2500" dirty="0"/>
              <a:t>Uva: 62% 🔴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7" name="Rectangle 366"/>
          <p:cNvSpPr/>
          <p:nvPr/>
        </p:nvSpPr>
        <p:spPr>
          <a:xfrm>
            <a:off x="5669154" y="2335122"/>
            <a:ext cx="2857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0000" lnSpcReduction="20000"/>
          </a:bodyPr>
          <a:lstStyle/>
          <a:p>
            <a:pPr algn="r">
              <a:tabLst>
                <a:tab pos="0" algn="l"/>
              </a:tabLst>
            </a:pPr>
            <a:r>
              <a:rPr lang="en-GB" sz="3600" dirty="0"/>
              <a:t>Eastern: 43% 🟡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3" name="Rectangle 372"/>
          <p:cNvSpPr/>
          <p:nvPr/>
        </p:nvSpPr>
        <p:spPr>
          <a:xfrm>
            <a:off x="5669154" y="3640102"/>
            <a:ext cx="2857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32500" lnSpcReduction="20000"/>
          </a:bodyPr>
          <a:lstStyle/>
          <a:p>
            <a:r>
              <a:rPr lang="en-GB" sz="3600" b="1" dirty="0"/>
              <a:t>Uva Region requires more attention regarding OC loan payments.</a:t>
            </a:r>
            <a:endParaRPr lang="en-GB" sz="36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D1F99CF-B843-42AE-943B-E099A6F5E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4244511"/>
              </p:ext>
            </p:extLst>
          </p:nvPr>
        </p:nvGraphicFramePr>
        <p:xfrm>
          <a:off x="357986" y="1352604"/>
          <a:ext cx="4562283" cy="2839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373"/>
          <p:cNvSpPr/>
          <p:nvPr/>
        </p:nvSpPr>
        <p:spPr>
          <a:xfrm>
            <a:off x="476280" y="380879"/>
            <a:ext cx="8191080" cy="5037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GB" sz="2200" b="1" dirty="0"/>
              <a:t>OC Loans: </a:t>
            </a:r>
            <a:r>
              <a:rPr lang="en-GB" sz="2400" dirty="0"/>
              <a:t>Less Than LKR 5,000 in Arrears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6" name="Rectangle 375"/>
          <p:cNvSpPr/>
          <p:nvPr/>
        </p:nvSpPr>
        <p:spPr>
          <a:xfrm>
            <a:off x="5493834" y="1623373"/>
            <a:ext cx="3173526" cy="21680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1200" dirty="0"/>
              <a:t>73 OC loans in Uva Region are below LKR 5,000, compared with 40 loans in Eastern Region.</a:t>
            </a:r>
          </a:p>
          <a:p>
            <a:pPr>
              <a:tabLst>
                <a:tab pos="0" algn="l"/>
              </a:tabLst>
            </a:pPr>
            <a:endParaRPr lang="en-GB" sz="1200" dirty="0"/>
          </a:p>
          <a:p>
            <a:pPr>
              <a:tabLst>
                <a:tab pos="0" algn="l"/>
              </a:tabLst>
            </a:pP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r>
              <a:rPr lang="en-GB" sz="1200" b="1" dirty="0"/>
              <a:t>Eastern Region</a:t>
            </a:r>
            <a:br>
              <a:rPr lang="en-GB" sz="1200" dirty="0"/>
            </a:br>
            <a:r>
              <a:rPr lang="en-GB" sz="1200" dirty="0"/>
              <a:t>40 / 205 = </a:t>
            </a:r>
            <a:r>
              <a:rPr lang="en-GB" sz="1200" b="1" dirty="0"/>
              <a:t>19.5%</a:t>
            </a:r>
          </a:p>
          <a:p>
            <a:pPr>
              <a:tabLst>
                <a:tab pos="0" algn="l"/>
              </a:tabLst>
            </a:pPr>
            <a:endParaRPr lang="en-GB" sz="1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endParaRPr lang="en-GB" sz="1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>
              <a:tabLst>
                <a:tab pos="0" algn="l"/>
              </a:tabLst>
            </a:pPr>
            <a:r>
              <a:rPr lang="en-GB" sz="1200" b="1" dirty="0"/>
              <a:t>Uva Region</a:t>
            </a:r>
            <a:br>
              <a:rPr lang="en-GB" sz="1200" dirty="0"/>
            </a:br>
            <a:r>
              <a:rPr lang="en-GB" sz="1200" dirty="0"/>
              <a:t>73 / 315 = </a:t>
            </a:r>
            <a:r>
              <a:rPr lang="en-GB" sz="1200" b="1" dirty="0"/>
              <a:t>23.2%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8E3111F-DF2D-9F8E-5B54-A2090794E2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53158"/>
              </p:ext>
            </p:extLst>
          </p:nvPr>
        </p:nvGraphicFramePr>
        <p:xfrm>
          <a:off x="702526" y="124286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/>
          <p:cNvSpPr/>
          <p:nvPr/>
        </p:nvSpPr>
        <p:spPr>
          <a:xfrm>
            <a:off x="476279" y="380880"/>
            <a:ext cx="7188326" cy="5112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2400" b="1" dirty="0"/>
              <a:t>OC Loans: Greater Than LKR 5,000 in Arrears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2" name="Rectangle 381"/>
          <p:cNvSpPr/>
          <p:nvPr/>
        </p:nvSpPr>
        <p:spPr>
          <a:xfrm>
            <a:off x="5438197" y="1422653"/>
            <a:ext cx="3333240" cy="25769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GB" sz="1400" b="1" dirty="0"/>
              <a:t>Eastern Region</a:t>
            </a:r>
            <a:br>
              <a:rPr lang="en-GB" sz="1400" dirty="0"/>
            </a:br>
            <a:r>
              <a:rPr lang="en-GB" sz="1400" dirty="0"/>
              <a:t>165 / 205 = </a:t>
            </a:r>
            <a:r>
              <a:rPr lang="en-GB" sz="1400" b="1" dirty="0"/>
              <a:t>80.5%</a:t>
            </a:r>
            <a:endParaRPr lang="en-GB" sz="1400" dirty="0"/>
          </a:p>
          <a:p>
            <a:r>
              <a:rPr lang="en-GB" sz="1400" b="1" dirty="0"/>
              <a:t>80.5% of OC loans are above LKR 5,000</a:t>
            </a:r>
          </a:p>
          <a:p>
            <a:endParaRPr lang="en-GB" sz="1400" b="1" dirty="0"/>
          </a:p>
          <a:p>
            <a:r>
              <a:rPr lang="en-GB" sz="1400" b="1" dirty="0"/>
              <a:t>Uva Region</a:t>
            </a:r>
            <a:br>
              <a:rPr lang="en-GB" sz="1400" dirty="0"/>
            </a:br>
            <a:r>
              <a:rPr lang="en-GB" sz="1400" dirty="0"/>
              <a:t>242 / 315 = </a:t>
            </a:r>
            <a:r>
              <a:rPr lang="en-GB" sz="1400" b="1" dirty="0"/>
              <a:t>76.8%</a:t>
            </a:r>
            <a:endParaRPr lang="en-GB" sz="1400" dirty="0"/>
          </a:p>
          <a:p>
            <a:r>
              <a:rPr lang="en-GB" sz="1400" b="1" dirty="0"/>
              <a:t>76.8% of OC loans are above LKR 5,000</a:t>
            </a:r>
            <a:endParaRPr lang="en-GB" sz="1400" dirty="0"/>
          </a:p>
          <a:p>
            <a:endParaRPr lang="en-GB" sz="14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D1A5A0D-1F7C-1E2A-41B8-894AEE27D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8588217"/>
              </p:ext>
            </p:extLst>
          </p:nvPr>
        </p:nvGraphicFramePr>
        <p:xfrm>
          <a:off x="531541" y="125637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391"/>
          <p:cNvSpPr/>
          <p:nvPr/>
        </p:nvSpPr>
        <p:spPr>
          <a:xfrm>
            <a:off x="476280" y="193288"/>
            <a:ext cx="8191080" cy="5490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GB" sz="2200" b="1" dirty="0"/>
              <a:t>Active Loans by Amount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3" name="Rectangle 392"/>
          <p:cNvSpPr/>
          <p:nvPr/>
        </p:nvSpPr>
        <p:spPr>
          <a:xfrm>
            <a:off x="1137920" y="3580160"/>
            <a:ext cx="1404558" cy="5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/>
            <a:r>
              <a:rPr lang="en-GB" sz="1200" dirty="0"/>
              <a:t>Eastern → </a:t>
            </a:r>
            <a:r>
              <a:rPr lang="en-GB" sz="1200" b="1" dirty="0"/>
              <a:t>26</a:t>
            </a:r>
            <a:r>
              <a:rPr lang="en-GB" sz="1200" dirty="0"/>
              <a:t> </a:t>
            </a:r>
          </a:p>
          <a:p>
            <a:pPr lvl="0"/>
            <a:r>
              <a:rPr lang="en-GB" sz="1200" dirty="0"/>
              <a:t>Uva → </a:t>
            </a:r>
            <a:r>
              <a:rPr lang="en-GB" sz="1200" b="1" dirty="0"/>
              <a:t>22</a:t>
            </a:r>
            <a:endParaRPr lang="en-GB" sz="12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EAE4DCD-E3CC-E1C6-EB23-0C2A873F64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2798812"/>
              </p:ext>
            </p:extLst>
          </p:nvPr>
        </p:nvGraphicFramePr>
        <p:xfrm>
          <a:off x="70625" y="83695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58AB11E-23D8-0B92-53C4-EC1F7CAAE9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102022"/>
              </p:ext>
            </p:extLst>
          </p:nvPr>
        </p:nvGraphicFramePr>
        <p:xfrm>
          <a:off x="4572000" y="7392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7782454-D81C-DD94-D518-378B75F0FCE1}"/>
              </a:ext>
            </a:extLst>
          </p:cNvPr>
          <p:cNvSpPr/>
          <p:nvPr/>
        </p:nvSpPr>
        <p:spPr>
          <a:xfrm>
            <a:off x="5468309" y="3637468"/>
            <a:ext cx="1319066" cy="4434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lvl="0"/>
            <a:r>
              <a:rPr lang="en-GB" sz="1200" dirty="0"/>
              <a:t>Eastern → </a:t>
            </a:r>
            <a:r>
              <a:rPr lang="en-GB" sz="1200" b="1" dirty="0"/>
              <a:t>565</a:t>
            </a:r>
            <a:r>
              <a:rPr lang="en-GB" sz="1200" dirty="0"/>
              <a:t> </a:t>
            </a:r>
          </a:p>
          <a:p>
            <a:pPr lvl="0"/>
            <a:r>
              <a:rPr lang="en-GB" sz="1200" dirty="0"/>
              <a:t>Uva → </a:t>
            </a:r>
            <a:r>
              <a:rPr lang="en-GB" sz="1200" b="1" dirty="0"/>
              <a:t>403</a:t>
            </a:r>
            <a:endParaRPr lang="en-GB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0C94A9-A7ED-2A56-14F2-00C3C92992E3}"/>
              </a:ext>
            </a:extLst>
          </p:cNvPr>
          <p:cNvSpPr/>
          <p:nvPr/>
        </p:nvSpPr>
        <p:spPr>
          <a:xfrm>
            <a:off x="1680115" y="4306541"/>
            <a:ext cx="6824547" cy="443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/>
            <a:r>
              <a:rPr lang="en-GB" sz="1600" dirty="0"/>
              <a:t>94%+ of Active Loans are below LKR 5,000 in both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397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GB" sz="2200" b="1" dirty="0"/>
              <a:t>Total Active Loans by Region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Rectangle 407"/>
          <p:cNvSpPr/>
          <p:nvPr/>
        </p:nvSpPr>
        <p:spPr>
          <a:xfrm>
            <a:off x="5601561" y="1132772"/>
            <a:ext cx="2286067" cy="800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GB" sz="2400" b="1" dirty="0"/>
              <a:t>1016</a:t>
            </a:r>
          </a:p>
          <a:p>
            <a:r>
              <a:rPr lang="en-GB" sz="1050" b="1" dirty="0"/>
              <a:t>TOTAL ACTIVE LOANS</a:t>
            </a:r>
            <a:endParaRPr lang="en-GB" sz="1050" dirty="0"/>
          </a:p>
          <a:p>
            <a:endParaRPr lang="en-GB" sz="2400" b="1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FCD6F0E-E881-47F5-9C87-5E19DCAF00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027976"/>
              </p:ext>
            </p:extLst>
          </p:nvPr>
        </p:nvGraphicFramePr>
        <p:xfrm>
          <a:off x="912688" y="1155074"/>
          <a:ext cx="3222546" cy="2833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99694E-EF58-805C-1A98-37CB77B4BD0F}"/>
              </a:ext>
            </a:extLst>
          </p:cNvPr>
          <p:cNvSpPr/>
          <p:nvPr/>
        </p:nvSpPr>
        <p:spPr>
          <a:xfrm>
            <a:off x="5601560" y="2103383"/>
            <a:ext cx="2286067" cy="800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GB" sz="2400" b="1" dirty="0"/>
              <a:t>591</a:t>
            </a:r>
          </a:p>
          <a:p>
            <a:r>
              <a:rPr lang="en-GB" sz="1050" b="1" dirty="0"/>
              <a:t>Eastern Region</a:t>
            </a:r>
            <a:endParaRPr lang="en-GB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B9F1C-9944-A926-1298-44C8093C76BB}"/>
              </a:ext>
            </a:extLst>
          </p:cNvPr>
          <p:cNvSpPr/>
          <p:nvPr/>
        </p:nvSpPr>
        <p:spPr>
          <a:xfrm>
            <a:off x="5601560" y="3073994"/>
            <a:ext cx="2286067" cy="800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GB" sz="2400" b="1" dirty="0"/>
              <a:t>425</a:t>
            </a:r>
          </a:p>
          <a:p>
            <a:r>
              <a:rPr lang="en-GB" sz="1050" b="1" dirty="0"/>
              <a:t>Uva Region</a:t>
            </a:r>
            <a:endParaRPr lang="en-GB" sz="24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B5465-A3E2-3747-8F00-0D2D0E17AF16}"/>
              </a:ext>
            </a:extLst>
          </p:cNvPr>
          <p:cNvSpPr/>
          <p:nvPr/>
        </p:nvSpPr>
        <p:spPr>
          <a:xfrm>
            <a:off x="1011045" y="4103648"/>
            <a:ext cx="7486184" cy="8001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GB" dirty="0"/>
              <a:t>Eastern Region holds the larger share of the company's Active Loan Portfolio.</a:t>
            </a:r>
            <a:endParaRPr lang="en-GB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410"/>
          <p:cNvSpPr/>
          <p:nvPr/>
        </p:nvSpPr>
        <p:spPr>
          <a:xfrm>
            <a:off x="476280" y="380879"/>
            <a:ext cx="8191080" cy="4517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en-GB" sz="2400" b="1" dirty="0"/>
              <a:t>Zero Bucket Analysis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Rectangle 411"/>
          <p:cNvSpPr/>
          <p:nvPr/>
        </p:nvSpPr>
        <p:spPr>
          <a:xfrm>
            <a:off x="4341539" y="942092"/>
            <a:ext cx="1576039" cy="8623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600" b="1" dirty="0"/>
              <a:t>1,536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050" b="1" dirty="0"/>
              <a:t>TOTAL LOANS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FA54DC-8EAA-2C0B-38F4-E0119C4BC9A4}"/>
              </a:ext>
            </a:extLst>
          </p:cNvPr>
          <p:cNvSpPr/>
          <p:nvPr/>
        </p:nvSpPr>
        <p:spPr>
          <a:xfrm>
            <a:off x="4341538" y="2118264"/>
            <a:ext cx="4081348" cy="8623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600" dirty="0"/>
              <a:t>Eastern Region contributes 62% of the company's Zero Bucket loans.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FFADAD-3773-45A5-8C77-6DE063CCA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7544549"/>
              </p:ext>
            </p:extLst>
          </p:nvPr>
        </p:nvGraphicFramePr>
        <p:xfrm>
          <a:off x="476280" y="1120508"/>
          <a:ext cx="3275171" cy="2783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E9B8482-026A-7143-FEDC-6F9B62143090}"/>
              </a:ext>
            </a:extLst>
          </p:cNvPr>
          <p:cNvSpPr/>
          <p:nvPr/>
        </p:nvSpPr>
        <p:spPr>
          <a:xfrm>
            <a:off x="6043961" y="942091"/>
            <a:ext cx="1925444" cy="8623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600" b="1" dirty="0"/>
              <a:t>819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050" b="1" dirty="0"/>
              <a:t>ZERO BUCKET LOANS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99FE59-7903-715E-0874-196C222E7172}"/>
              </a:ext>
            </a:extLst>
          </p:cNvPr>
          <p:cNvSpPr/>
          <p:nvPr/>
        </p:nvSpPr>
        <p:spPr>
          <a:xfrm>
            <a:off x="4341538" y="3090094"/>
            <a:ext cx="4267201" cy="8623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GB" sz="1600" dirty="0"/>
              <a:t>Uva Region contributes 38% of the company's Zero Bucket loans.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F261-B214-2EB7-D2B0-EE78B4A6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9526"/>
            <a:ext cx="6399278" cy="556718"/>
          </a:xfrm>
        </p:spPr>
        <p:txBody>
          <a:bodyPr/>
          <a:lstStyle/>
          <a:p>
            <a:r>
              <a:rPr lang="en-GB" sz="2200" b="1" dirty="0"/>
              <a:t>Zero Bucket: Regional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E23A2-8203-34D0-4469-FA599FFA58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331435" y="1687317"/>
            <a:ext cx="1203180" cy="654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507</a:t>
            </a:r>
          </a:p>
          <a:p>
            <a:pPr marL="0" indent="0">
              <a:buNone/>
            </a:pPr>
            <a:r>
              <a:rPr lang="en-GB" sz="1050" b="1" dirty="0"/>
              <a:t>Eastern Region</a:t>
            </a:r>
            <a:endParaRPr lang="en-GB" sz="2400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B06AB9-66F4-4C33-87AB-D4D9FDF43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4436256"/>
              </p:ext>
            </p:extLst>
          </p:nvPr>
        </p:nvGraphicFramePr>
        <p:xfrm>
          <a:off x="405522" y="1128424"/>
          <a:ext cx="4566148" cy="2782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C9F8CF-5998-BA06-4EF8-26777011E2FC}"/>
              </a:ext>
            </a:extLst>
          </p:cNvPr>
          <p:cNvSpPr txBox="1">
            <a:spLocks/>
          </p:cNvSpPr>
          <p:nvPr/>
        </p:nvSpPr>
        <p:spPr>
          <a:xfrm>
            <a:off x="6980663" y="1596775"/>
            <a:ext cx="1497620" cy="80421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600" b="1" dirty="0"/>
              <a:t>312</a:t>
            </a:r>
          </a:p>
          <a:p>
            <a:endParaRPr lang="en-GB" sz="1050" b="1" dirty="0"/>
          </a:p>
          <a:p>
            <a:r>
              <a:rPr lang="en-GB" sz="1050" b="1" dirty="0"/>
              <a:t>Uva Region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D3897C5-DD8C-6A86-752A-DFE0C1FD58CF}"/>
              </a:ext>
            </a:extLst>
          </p:cNvPr>
          <p:cNvSpPr txBox="1">
            <a:spLocks/>
          </p:cNvSpPr>
          <p:nvPr/>
        </p:nvSpPr>
        <p:spPr>
          <a:xfrm>
            <a:off x="6980663" y="2660957"/>
            <a:ext cx="1497620" cy="6542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42%</a:t>
            </a:r>
          </a:p>
          <a:p>
            <a:r>
              <a:rPr lang="en-GB" sz="1050" dirty="0"/>
              <a:t>Uva Region</a:t>
            </a:r>
            <a:endParaRPr lang="en-GB" sz="2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11A02B3-EFCB-3014-7A72-8CA05B8F77ED}"/>
              </a:ext>
            </a:extLst>
          </p:cNvPr>
          <p:cNvSpPr txBox="1">
            <a:spLocks/>
          </p:cNvSpPr>
          <p:nvPr/>
        </p:nvSpPr>
        <p:spPr>
          <a:xfrm>
            <a:off x="5231073" y="2660490"/>
            <a:ext cx="1403903" cy="6542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64%</a:t>
            </a:r>
          </a:p>
          <a:p>
            <a:r>
              <a:rPr lang="en-GB" sz="1000" dirty="0"/>
              <a:t>Eastern Region</a:t>
            </a:r>
          </a:p>
        </p:txBody>
      </p:sp>
    </p:spTree>
    <p:extLst>
      <p:ext uri="{BB962C8B-B14F-4D97-AF65-F5344CB8AC3E}">
        <p14:creationId xmlns:p14="http://schemas.microsoft.com/office/powerpoint/2010/main" val="350409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CC4A-8B53-E5E3-964A-3001F843F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776"/>
            <a:ext cx="4161600" cy="706244"/>
          </a:xfrm>
        </p:spPr>
        <p:txBody>
          <a:bodyPr/>
          <a:lstStyle/>
          <a:p>
            <a:r>
              <a:rPr lang="en-GB" sz="2200" b="1" dirty="0"/>
              <a:t>Gross Arrears by Region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77ADCD3-B948-C0DD-3F1E-DBA879F283DF}"/>
              </a:ext>
            </a:extLst>
          </p:cNvPr>
          <p:cNvSpPr txBox="1">
            <a:spLocks/>
          </p:cNvSpPr>
          <p:nvPr/>
        </p:nvSpPr>
        <p:spPr>
          <a:xfrm>
            <a:off x="5426927" y="1132475"/>
            <a:ext cx="2188996" cy="6542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/>
              <a:t>LKR 7.04 Million</a:t>
            </a:r>
          </a:p>
          <a:p>
            <a:r>
              <a:rPr lang="en-GB" sz="1050" b="1" dirty="0"/>
              <a:t>TOTAL GROSS ARREARS</a:t>
            </a:r>
            <a:endParaRPr lang="en-GB" sz="2400" b="1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CE2E565-0A13-47DB-BE0B-6041E6A3BB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982882"/>
              </p:ext>
            </p:extLst>
          </p:nvPr>
        </p:nvGraphicFramePr>
        <p:xfrm>
          <a:off x="309662" y="1007327"/>
          <a:ext cx="4569712" cy="2788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663F65-55D8-90A2-DFF8-CAA968FBA1FD}"/>
              </a:ext>
            </a:extLst>
          </p:cNvPr>
          <p:cNvSpPr txBox="1">
            <a:spLocks/>
          </p:cNvSpPr>
          <p:nvPr/>
        </p:nvSpPr>
        <p:spPr>
          <a:xfrm>
            <a:off x="5426927" y="1899067"/>
            <a:ext cx="3653883" cy="126380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/>
              <a:t>Uva Gross Arrears − Eastern Gross Arrears</a:t>
            </a:r>
          </a:p>
          <a:p>
            <a:endParaRPr lang="en-GB" sz="1400" dirty="0"/>
          </a:p>
          <a:p>
            <a:r>
              <a:rPr lang="en-GB" sz="1400" dirty="0"/>
              <a:t>= 3,930,242 − 3,113,414</a:t>
            </a:r>
            <a:br>
              <a:rPr lang="en-GB" sz="1400" dirty="0"/>
            </a:br>
            <a:endParaRPr lang="en-GB" sz="1400" dirty="0"/>
          </a:p>
          <a:p>
            <a:r>
              <a:rPr lang="en-GB" sz="1400" dirty="0"/>
              <a:t>= </a:t>
            </a:r>
            <a:r>
              <a:rPr lang="en-GB" sz="1400" b="1" dirty="0"/>
              <a:t>LKR 816,828</a:t>
            </a:r>
            <a:endParaRPr lang="en-GB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890C81B-B65B-0154-650E-1A99D801E94A}"/>
              </a:ext>
            </a:extLst>
          </p:cNvPr>
          <p:cNvSpPr txBox="1">
            <a:spLocks/>
          </p:cNvSpPr>
          <p:nvPr/>
        </p:nvSpPr>
        <p:spPr>
          <a:xfrm>
            <a:off x="4572000" y="3654588"/>
            <a:ext cx="5094961" cy="3564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/>
              <a:t>Uva has LKR 816,828 more Gross Arrears than Eastern.</a:t>
            </a:r>
          </a:p>
        </p:txBody>
      </p:sp>
    </p:spTree>
    <p:extLst>
      <p:ext uri="{BB962C8B-B14F-4D97-AF65-F5344CB8AC3E}">
        <p14:creationId xmlns:p14="http://schemas.microsoft.com/office/powerpoint/2010/main" val="3349115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5DF4-2D8E-C069-A867-59B6AAC5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Findings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8D3E0-0AF2-171C-5A4B-169C25E1CF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668514"/>
          </a:xfrm>
        </p:spPr>
        <p:txBody>
          <a:bodyPr/>
          <a:lstStyle/>
          <a:p>
            <a:r>
              <a:rPr lang="en-GB" sz="1050" dirty="0"/>
              <a:t>01 — OC Payment Performance</a:t>
            </a:r>
          </a:p>
          <a:p>
            <a:pPr marL="0" indent="0">
              <a:buNone/>
            </a:pPr>
            <a:r>
              <a:rPr lang="en-GB" sz="1050" b="1" dirty="0"/>
              <a:t>	54% of OC loans were Not Paid during the last 3 months.</a:t>
            </a:r>
          </a:p>
          <a:p>
            <a:r>
              <a:rPr lang="en-GB" sz="1050" dirty="0"/>
              <a:t>02 — Active Loan Portfolio</a:t>
            </a:r>
          </a:p>
          <a:p>
            <a:pPr marL="0" indent="0">
              <a:buNone/>
            </a:pPr>
            <a:r>
              <a:rPr lang="en-GB" sz="1050" dirty="0"/>
              <a:t>	Total Active Loans -1,016</a:t>
            </a:r>
          </a:p>
          <a:p>
            <a:pPr marL="0" indent="0">
              <a:buNone/>
            </a:pPr>
            <a:r>
              <a:rPr lang="en-GB" sz="1050" dirty="0"/>
              <a:t>	Eastern → </a:t>
            </a:r>
            <a:r>
              <a:rPr lang="en-GB" sz="1050" b="1" dirty="0"/>
              <a:t>591 (58%)</a:t>
            </a:r>
          </a:p>
          <a:p>
            <a:pPr marL="0" indent="0">
              <a:buNone/>
            </a:pPr>
            <a:r>
              <a:rPr lang="en-GB" sz="1050" dirty="0"/>
              <a:t>	Uva → </a:t>
            </a:r>
            <a:r>
              <a:rPr lang="en-GB" sz="1050" b="1" dirty="0"/>
              <a:t>425 (42%)</a:t>
            </a:r>
          </a:p>
          <a:p>
            <a:r>
              <a:rPr lang="en-GB" sz="1050" dirty="0"/>
              <a:t>03 — Zero Bucket</a:t>
            </a:r>
          </a:p>
          <a:p>
            <a:pPr marL="0" indent="0">
              <a:buNone/>
            </a:pPr>
            <a:r>
              <a:rPr lang="en-GB" sz="1050" dirty="0"/>
              <a:t>	Total Zero Bucket Loans – 819</a:t>
            </a:r>
          </a:p>
          <a:p>
            <a:pPr marL="0" indent="0">
              <a:buNone/>
            </a:pPr>
            <a:r>
              <a:rPr lang="en-GB" sz="1050" dirty="0"/>
              <a:t>	Eastern → </a:t>
            </a:r>
            <a:r>
              <a:rPr lang="en-GB" sz="1050" b="1" dirty="0"/>
              <a:t>507 (64% of Eastern loans)</a:t>
            </a:r>
            <a:br>
              <a:rPr lang="en-GB" sz="1050" dirty="0"/>
            </a:br>
            <a:r>
              <a:rPr lang="en-GB" sz="1050" dirty="0"/>
              <a:t>	Uva → </a:t>
            </a:r>
            <a:r>
              <a:rPr lang="en-GB" sz="1050" b="1" dirty="0"/>
              <a:t>312 (42% of Uva loans)</a:t>
            </a:r>
          </a:p>
          <a:p>
            <a:r>
              <a:rPr lang="en-GB" sz="1050" dirty="0"/>
              <a:t>04 — Gross Arrears</a:t>
            </a:r>
            <a:endParaRPr lang="en-GB" sz="1050" b="1" dirty="0"/>
          </a:p>
          <a:p>
            <a:pPr marL="0" indent="0">
              <a:buNone/>
            </a:pPr>
            <a:r>
              <a:rPr lang="en-GB" sz="1050" dirty="0"/>
              <a:t>	Total Gross Arrears - LKR 7.04M</a:t>
            </a:r>
          </a:p>
          <a:p>
            <a:pPr marL="0" indent="0">
              <a:buNone/>
            </a:pPr>
            <a:r>
              <a:rPr lang="en-GB" sz="1050" dirty="0"/>
              <a:t>	Eastern → </a:t>
            </a:r>
            <a:r>
              <a:rPr lang="en-GB" sz="1050" b="1" dirty="0"/>
              <a:t>44%</a:t>
            </a:r>
            <a:br>
              <a:rPr lang="en-GB" sz="1050" dirty="0"/>
            </a:br>
            <a:r>
              <a:rPr lang="en-GB" sz="1050" dirty="0"/>
              <a:t>	Uva → </a:t>
            </a:r>
            <a:r>
              <a:rPr lang="en-GB" sz="1050" b="1" dirty="0"/>
              <a:t>56%</a:t>
            </a:r>
            <a:endParaRPr lang="en-GB" sz="1050" dirty="0"/>
          </a:p>
          <a:p>
            <a:pPr marL="0" indent="0">
              <a:buNone/>
            </a:pP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219668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405A-2E2C-9091-301C-FEB21048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551"/>
            <a:ext cx="4161600" cy="886509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3D79C-4F3C-748D-6926-DCA8A7EE3EC8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The analysis highlights differences in loan performance between the Eastern and Uva Regions.</a:t>
            </a:r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Uva requires greater attention on OC payment performance and Gross Arrears, while Eastern has a larger share of Zero Bucket loans, indicating a stronger current loan position.</a:t>
            </a:r>
          </a:p>
        </p:txBody>
      </p:sp>
    </p:spTree>
    <p:extLst>
      <p:ext uri="{BB962C8B-B14F-4D97-AF65-F5344CB8AC3E}">
        <p14:creationId xmlns:p14="http://schemas.microsoft.com/office/powerpoint/2010/main" val="67805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B1BB1B27-515D-525B-3D2D-15E1C9A2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5" y="1563746"/>
            <a:ext cx="4160837" cy="15388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8800" b="1" u="none" strike="noStrike" dirty="0">
                <a:solidFill>
                  <a:schemeClr val="dk1"/>
                </a:solidFill>
                <a:effectLst/>
                <a:uFillTx/>
                <a:latin typeface="Be Vietnam Pro"/>
                <a:ea typeface="Be Vietnam Pro"/>
              </a:rPr>
              <a:t>Thanks!</a:t>
            </a:r>
            <a:endParaRPr lang="fr-FR" sz="8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" name="Google Shape;2245;p47">
            <a:extLst>
              <a:ext uri="{FF2B5EF4-FFF2-40B4-BE49-F238E27FC236}">
                <a16:creationId xmlns:a16="http://schemas.microsoft.com/office/drawing/2014/main" id="{7285221D-87B8-FFCE-0FA0-068DB3661FB9}"/>
              </a:ext>
            </a:extLst>
          </p:cNvPr>
          <p:cNvGrpSpPr/>
          <p:nvPr/>
        </p:nvGrpSpPr>
        <p:grpSpPr>
          <a:xfrm>
            <a:off x="5511600" y="992880"/>
            <a:ext cx="2600640" cy="3401640"/>
            <a:chOff x="5511600" y="992880"/>
            <a:chExt cx="2600640" cy="3401640"/>
          </a:xfrm>
        </p:grpSpPr>
        <p:grpSp>
          <p:nvGrpSpPr>
            <p:cNvPr id="6" name="Google Shape;2246;p47">
              <a:extLst>
                <a:ext uri="{FF2B5EF4-FFF2-40B4-BE49-F238E27FC236}">
                  <a16:creationId xmlns:a16="http://schemas.microsoft.com/office/drawing/2014/main" id="{7EFB6490-6E8C-9279-F957-2E3B53E6B2B5}"/>
                </a:ext>
              </a:extLst>
            </p:cNvPr>
            <p:cNvGrpSpPr/>
            <p:nvPr/>
          </p:nvGrpSpPr>
          <p:grpSpPr>
            <a:xfrm>
              <a:off x="5511600" y="992880"/>
              <a:ext cx="2600640" cy="1580400"/>
              <a:chOff x="5511600" y="992880"/>
              <a:chExt cx="2600640" cy="1580400"/>
            </a:xfrm>
          </p:grpSpPr>
          <p:sp>
            <p:nvSpPr>
              <p:cNvPr id="34" name="Google Shape;2247;p47">
                <a:extLst>
                  <a:ext uri="{FF2B5EF4-FFF2-40B4-BE49-F238E27FC236}">
                    <a16:creationId xmlns:a16="http://schemas.microsoft.com/office/drawing/2014/main" id="{B1F20B15-2360-8841-CDB9-52FE70B13992}"/>
                  </a:ext>
                </a:extLst>
              </p:cNvPr>
              <p:cNvSpPr/>
              <p:nvPr/>
            </p:nvSpPr>
            <p:spPr>
              <a:xfrm>
                <a:off x="5511600" y="992880"/>
                <a:ext cx="2600640" cy="1580400"/>
              </a:xfrm>
              <a:prstGeom prst="roundRect">
                <a:avLst>
                  <a:gd name="adj" fmla="val 2339"/>
                </a:avLst>
              </a:pr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5" name="Google Shape;2248;p47">
                <a:extLst>
                  <a:ext uri="{FF2B5EF4-FFF2-40B4-BE49-F238E27FC236}">
                    <a16:creationId xmlns:a16="http://schemas.microsoft.com/office/drawing/2014/main" id="{141AB445-473B-B380-70D4-7F7B8943D7F6}"/>
                  </a:ext>
                </a:extLst>
              </p:cNvPr>
              <p:cNvGrpSpPr/>
              <p:nvPr/>
            </p:nvGrpSpPr>
            <p:grpSpPr>
              <a:xfrm>
                <a:off x="5597280" y="1085400"/>
                <a:ext cx="2429280" cy="1395360"/>
                <a:chOff x="5597280" y="1085400"/>
                <a:chExt cx="2429280" cy="1395360"/>
              </a:xfrm>
            </p:grpSpPr>
            <p:grpSp>
              <p:nvGrpSpPr>
                <p:cNvPr id="67" name="Google Shape;2249;p47">
                  <a:extLst>
                    <a:ext uri="{FF2B5EF4-FFF2-40B4-BE49-F238E27FC236}">
                      <a16:creationId xmlns:a16="http://schemas.microsoft.com/office/drawing/2014/main" id="{1BA3B75D-F096-2FC7-C1FF-6F39676EA454}"/>
                    </a:ext>
                  </a:extLst>
                </p:cNvPr>
                <p:cNvGrpSpPr/>
                <p:nvPr/>
              </p:nvGrpSpPr>
              <p:grpSpPr>
                <a:xfrm>
                  <a:off x="5597280" y="1085400"/>
                  <a:ext cx="2429280" cy="1394280"/>
                  <a:chOff x="5597280" y="1085400"/>
                  <a:chExt cx="2429280" cy="1394280"/>
                </a:xfrm>
              </p:grpSpPr>
              <p:sp>
                <p:nvSpPr>
                  <p:cNvPr id="70" name="Google Shape;2250;p47">
                    <a:extLst>
                      <a:ext uri="{FF2B5EF4-FFF2-40B4-BE49-F238E27FC236}">
                        <a16:creationId xmlns:a16="http://schemas.microsoft.com/office/drawing/2014/main" id="{96D97988-F9EB-5E61-8DF8-3780B18E0025}"/>
                      </a:ext>
                    </a:extLst>
                  </p:cNvPr>
                  <p:cNvSpPr/>
                  <p:nvPr/>
                </p:nvSpPr>
                <p:spPr>
                  <a:xfrm>
                    <a:off x="5597280" y="1085400"/>
                    <a:ext cx="2429280" cy="1394280"/>
                  </a:xfrm>
                  <a:prstGeom prst="rect">
                    <a:avLst/>
                  </a:prstGeom>
                  <a:noFill/>
                  <a:ln w="9525">
                    <a:solidFill>
                      <a:srgbClr val="D9E7D8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cxnSp>
                <p:nvCxnSpPr>
                  <p:cNvPr id="71" name="Google Shape;2251;p47">
                    <a:extLst>
                      <a:ext uri="{FF2B5EF4-FFF2-40B4-BE49-F238E27FC236}">
                        <a16:creationId xmlns:a16="http://schemas.microsoft.com/office/drawing/2014/main" id="{4C76F046-95D4-B0A6-4B7B-BBD6ACAF55F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127116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72" name="Google Shape;2252;p47">
                    <a:extLst>
                      <a:ext uri="{FF2B5EF4-FFF2-40B4-BE49-F238E27FC236}">
                        <a16:creationId xmlns:a16="http://schemas.microsoft.com/office/drawing/2014/main" id="{8DE79A8E-AFD8-851F-3603-5E7A79CFB26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143820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73" name="Google Shape;2253;p47">
                    <a:extLst>
                      <a:ext uri="{FF2B5EF4-FFF2-40B4-BE49-F238E27FC236}">
                        <a16:creationId xmlns:a16="http://schemas.microsoft.com/office/drawing/2014/main" id="{8029637E-81C7-8428-143F-2F921E691AE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161316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74" name="Google Shape;2254;p47">
                    <a:extLst>
                      <a:ext uri="{FF2B5EF4-FFF2-40B4-BE49-F238E27FC236}">
                        <a16:creationId xmlns:a16="http://schemas.microsoft.com/office/drawing/2014/main" id="{473F5B93-E2ED-A4E6-105B-0AA730E9574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178524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75" name="Google Shape;2255;p47">
                    <a:extLst>
                      <a:ext uri="{FF2B5EF4-FFF2-40B4-BE49-F238E27FC236}">
                        <a16:creationId xmlns:a16="http://schemas.microsoft.com/office/drawing/2014/main" id="{85C3BBBC-8C1B-1F08-8522-BF0F6744265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195984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76" name="Google Shape;2256;p47">
                    <a:extLst>
                      <a:ext uri="{FF2B5EF4-FFF2-40B4-BE49-F238E27FC236}">
                        <a16:creationId xmlns:a16="http://schemas.microsoft.com/office/drawing/2014/main" id="{120319E3-2247-897B-ABE0-285792EE7FC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213012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  <p:cxnSp>
                <p:nvCxnSpPr>
                  <p:cNvPr id="77" name="Google Shape;2257;p47">
                    <a:extLst>
                      <a:ext uri="{FF2B5EF4-FFF2-40B4-BE49-F238E27FC236}">
                        <a16:creationId xmlns:a16="http://schemas.microsoft.com/office/drawing/2014/main" id="{5C66411D-2D8B-EB06-BA3D-A9914836898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597280" y="2301120"/>
                    <a:ext cx="2425320" cy="360"/>
                  </a:xfrm>
                  <a:prstGeom prst="straightConnector1">
                    <a:avLst/>
                  </a:prstGeom>
                  <a:ln w="9525">
                    <a:solidFill>
                      <a:srgbClr val="D9E7D8"/>
                    </a:solidFill>
                    <a:round/>
                  </a:ln>
                </p:spPr>
              </p:cxnSp>
            </p:grpSp>
            <p:cxnSp>
              <p:nvCxnSpPr>
                <p:cNvPr id="68" name="Google Shape;2258;p47">
                  <a:extLst>
                    <a:ext uri="{FF2B5EF4-FFF2-40B4-BE49-F238E27FC236}">
                      <a16:creationId xmlns:a16="http://schemas.microsoft.com/office/drawing/2014/main" id="{ED18EE1D-67B8-6015-4E6B-DBB221D3C667}"/>
                    </a:ext>
                  </a:extLst>
                </p:cNvPr>
                <p:cNvCxnSpPr/>
                <p:nvPr/>
              </p:nvCxnSpPr>
              <p:spPr>
                <a:xfrm flipV="1">
                  <a:off x="6402600" y="1085400"/>
                  <a:ext cx="360" cy="139572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  <p:cxnSp>
              <p:nvCxnSpPr>
                <p:cNvPr id="69" name="Google Shape;2259;p47">
                  <a:extLst>
                    <a:ext uri="{FF2B5EF4-FFF2-40B4-BE49-F238E27FC236}">
                      <a16:creationId xmlns:a16="http://schemas.microsoft.com/office/drawing/2014/main" id="{D90D0BED-9A9E-5FCE-DE1D-AA94C78E0AE5}"/>
                    </a:ext>
                  </a:extLst>
                </p:cNvPr>
                <p:cNvCxnSpPr/>
                <p:nvPr/>
              </p:nvCxnSpPr>
              <p:spPr>
                <a:xfrm flipV="1">
                  <a:off x="7211160" y="1087920"/>
                  <a:ext cx="360" cy="1393200"/>
                </a:xfrm>
                <a:prstGeom prst="straightConnector1">
                  <a:avLst/>
                </a:prstGeom>
                <a:ln w="9525">
                  <a:solidFill>
                    <a:srgbClr val="D9E7D8"/>
                  </a:solidFill>
                  <a:round/>
                </a:ln>
              </p:spPr>
            </p:cxnSp>
          </p:grpSp>
          <p:sp>
            <p:nvSpPr>
              <p:cNvPr id="36" name="Google Shape;2260;p47">
                <a:extLst>
                  <a:ext uri="{FF2B5EF4-FFF2-40B4-BE49-F238E27FC236}">
                    <a16:creationId xmlns:a16="http://schemas.microsoft.com/office/drawing/2014/main" id="{067E9ED1-30FC-1CCD-0A75-7F5195849899}"/>
                  </a:ext>
                </a:extLst>
              </p:cNvPr>
              <p:cNvSpPr/>
              <p:nvPr/>
            </p:nvSpPr>
            <p:spPr>
              <a:xfrm>
                <a:off x="5676840" y="1450800"/>
                <a:ext cx="2300760" cy="990000"/>
              </a:xfrm>
              <a:custGeom>
                <a:avLst/>
                <a:gdLst>
                  <a:gd name="textAreaLeft" fmla="*/ 0 w 2300760"/>
                  <a:gd name="textAreaRight" fmla="*/ 2301120 w 2300760"/>
                  <a:gd name="textAreaTop" fmla="*/ 0 h 990000"/>
                  <a:gd name="textAreaBottom" fmla="*/ 990360 h 990000"/>
                </a:gdLst>
                <a:ahLst/>
                <a:cxnLst/>
                <a:rect l="textAreaLeft" t="textAreaTop" r="textAreaRight" b="textAreaBottom"/>
                <a:pathLst>
                  <a:path w="7546" h="3247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7" name="Google Shape;2261;p47">
                <a:extLst>
                  <a:ext uri="{FF2B5EF4-FFF2-40B4-BE49-F238E27FC236}">
                    <a16:creationId xmlns:a16="http://schemas.microsoft.com/office/drawing/2014/main" id="{AD48559D-C6C7-5BE8-BCFF-4B439C8A6FCB}"/>
                  </a:ext>
                </a:extLst>
              </p:cNvPr>
              <p:cNvGrpSpPr/>
              <p:nvPr/>
            </p:nvGrpSpPr>
            <p:grpSpPr>
              <a:xfrm>
                <a:off x="5649840" y="1420560"/>
                <a:ext cx="2356560" cy="1046160"/>
                <a:chOff x="5649840" y="1420560"/>
                <a:chExt cx="2356560" cy="1046160"/>
              </a:xfrm>
            </p:grpSpPr>
            <p:sp>
              <p:nvSpPr>
                <p:cNvPr id="60" name="Google Shape;2262;p47">
                  <a:extLst>
                    <a:ext uri="{FF2B5EF4-FFF2-40B4-BE49-F238E27FC236}">
                      <a16:creationId xmlns:a16="http://schemas.microsoft.com/office/drawing/2014/main" id="{645B87E8-CA9D-05EA-B428-4BC31CF84285}"/>
                    </a:ext>
                  </a:extLst>
                </p:cNvPr>
                <p:cNvSpPr/>
                <p:nvPr/>
              </p:nvSpPr>
              <p:spPr>
                <a:xfrm>
                  <a:off x="5649840" y="23983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2263;p47">
                  <a:extLst>
                    <a:ext uri="{FF2B5EF4-FFF2-40B4-BE49-F238E27FC236}">
                      <a16:creationId xmlns:a16="http://schemas.microsoft.com/office/drawing/2014/main" id="{829D7921-6B2B-7984-DEEB-F36D25AC7341}"/>
                    </a:ext>
                  </a:extLst>
                </p:cNvPr>
                <p:cNvSpPr/>
                <p:nvPr/>
              </p:nvSpPr>
              <p:spPr>
                <a:xfrm>
                  <a:off x="6150600" y="179172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2"/>
                      </a:moveTo>
                      <a:cubicBezTo>
                        <a:pt x="225" y="175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49"/>
                        <a:pt x="50" y="0"/>
                        <a:pt x="112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2264;p47">
                  <a:extLst>
                    <a:ext uri="{FF2B5EF4-FFF2-40B4-BE49-F238E27FC236}">
                      <a16:creationId xmlns:a16="http://schemas.microsoft.com/office/drawing/2014/main" id="{5887DD9A-79AC-BE9A-55BA-4A711D70CD1D}"/>
                    </a:ext>
                  </a:extLst>
                </p:cNvPr>
                <p:cNvSpPr/>
                <p:nvPr/>
              </p:nvSpPr>
              <p:spPr>
                <a:xfrm>
                  <a:off x="6524280" y="216288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3"/>
                      </a:moveTo>
                      <a:cubicBezTo>
                        <a:pt x="225" y="175"/>
                        <a:pt x="175" y="225"/>
                        <a:pt x="113" y="225"/>
                      </a:cubicBezTo>
                      <a:cubicBezTo>
                        <a:pt x="51" y="225"/>
                        <a:pt x="0" y="175"/>
                        <a:pt x="0" y="113"/>
                      </a:cubicBezTo>
                      <a:cubicBezTo>
                        <a:pt x="0" y="51"/>
                        <a:pt x="51" y="0"/>
                        <a:pt x="113" y="0"/>
                      </a:cubicBezTo>
                      <a:cubicBezTo>
                        <a:pt x="175" y="0"/>
                        <a:pt x="225" y="51"/>
                        <a:pt x="225" y="1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2265;p47">
                  <a:extLst>
                    <a:ext uri="{FF2B5EF4-FFF2-40B4-BE49-F238E27FC236}">
                      <a16:creationId xmlns:a16="http://schemas.microsoft.com/office/drawing/2014/main" id="{18C75C2B-75DB-0039-35BF-A5F001AD47C7}"/>
                    </a:ext>
                  </a:extLst>
                </p:cNvPr>
                <p:cNvSpPr/>
                <p:nvPr/>
              </p:nvSpPr>
              <p:spPr>
                <a:xfrm>
                  <a:off x="7031160" y="1463040"/>
                  <a:ext cx="68040" cy="68400"/>
                </a:xfrm>
                <a:custGeom>
                  <a:avLst/>
                  <a:gdLst>
                    <a:gd name="textAreaLeft" fmla="*/ 0 w 68040"/>
                    <a:gd name="textAreaRight" fmla="*/ 68400 w 6804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4" h="225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" name="Google Shape;2266;p47">
                  <a:extLst>
                    <a:ext uri="{FF2B5EF4-FFF2-40B4-BE49-F238E27FC236}">
                      <a16:creationId xmlns:a16="http://schemas.microsoft.com/office/drawing/2014/main" id="{38A57F23-BA8A-1889-9953-DC62E7B4F2FC}"/>
                    </a:ext>
                  </a:extLst>
                </p:cNvPr>
                <p:cNvSpPr/>
                <p:nvPr/>
              </p:nvSpPr>
              <p:spPr>
                <a:xfrm>
                  <a:off x="7231680" y="171324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" name="Google Shape;2267;p47">
                  <a:extLst>
                    <a:ext uri="{FF2B5EF4-FFF2-40B4-BE49-F238E27FC236}">
                      <a16:creationId xmlns:a16="http://schemas.microsoft.com/office/drawing/2014/main" id="{348CB72A-E670-851B-41E0-76545346B4FE}"/>
                    </a:ext>
                  </a:extLst>
                </p:cNvPr>
                <p:cNvSpPr/>
                <p:nvPr/>
              </p:nvSpPr>
              <p:spPr>
                <a:xfrm>
                  <a:off x="7514640" y="1510200"/>
                  <a:ext cx="68040" cy="68400"/>
                </a:xfrm>
                <a:custGeom>
                  <a:avLst/>
                  <a:gdLst>
                    <a:gd name="textAreaLeft" fmla="*/ 0 w 68040"/>
                    <a:gd name="textAreaRight" fmla="*/ 68400 w 6804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4" h="225">
                      <a:moveTo>
                        <a:pt x="224" y="112"/>
                      </a:moveTo>
                      <a:cubicBezTo>
                        <a:pt x="224" y="174"/>
                        <a:pt x="174" y="225"/>
                        <a:pt x="112" y="225"/>
                      </a:cubicBezTo>
                      <a:cubicBezTo>
                        <a:pt x="50" y="225"/>
                        <a:pt x="0" y="174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4" y="50"/>
                        <a:pt x="224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2268;p47">
                  <a:extLst>
                    <a:ext uri="{FF2B5EF4-FFF2-40B4-BE49-F238E27FC236}">
                      <a16:creationId xmlns:a16="http://schemas.microsoft.com/office/drawing/2014/main" id="{F31E6D2D-0C75-C798-FFFA-480A3081001D}"/>
                    </a:ext>
                  </a:extLst>
                </p:cNvPr>
                <p:cNvSpPr/>
                <p:nvPr/>
              </p:nvSpPr>
              <p:spPr>
                <a:xfrm>
                  <a:off x="7938000" y="1420560"/>
                  <a:ext cx="68400" cy="68400"/>
                </a:xfrm>
                <a:custGeom>
                  <a:avLst/>
                  <a:gdLst>
                    <a:gd name="textAreaLeft" fmla="*/ 0 w 68400"/>
                    <a:gd name="textAreaRight" fmla="*/ 68760 w 68400"/>
                    <a:gd name="textAreaTop" fmla="*/ 0 h 68400"/>
                    <a:gd name="textAreaBottom" fmla="*/ 68760 h 68400"/>
                  </a:gdLst>
                  <a:ahLst/>
                  <a:cxnLst/>
                  <a:rect l="textAreaLeft" t="textAreaTop" r="textAreaRight" b="textAreaBottom"/>
                  <a:pathLst>
                    <a:path w="225" h="225">
                      <a:moveTo>
                        <a:pt x="225" y="112"/>
                      </a:moveTo>
                      <a:cubicBezTo>
                        <a:pt x="225" y="174"/>
                        <a:pt x="175" y="225"/>
                        <a:pt x="113" y="225"/>
                      </a:cubicBezTo>
                      <a:cubicBezTo>
                        <a:pt x="51" y="225"/>
                        <a:pt x="0" y="174"/>
                        <a:pt x="0" y="112"/>
                      </a:cubicBezTo>
                      <a:cubicBezTo>
                        <a:pt x="0" y="50"/>
                        <a:pt x="51" y="0"/>
                        <a:pt x="113" y="0"/>
                      </a:cubicBezTo>
                      <a:cubicBezTo>
                        <a:pt x="175" y="0"/>
                        <a:pt x="225" y="50"/>
                        <a:pt x="225" y="11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34200" rIns="90000" bIns="342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" name="Google Shape;2269;p47">
                <a:extLst>
                  <a:ext uri="{FF2B5EF4-FFF2-40B4-BE49-F238E27FC236}">
                    <a16:creationId xmlns:a16="http://schemas.microsoft.com/office/drawing/2014/main" id="{9C321356-3E0C-B0DE-336E-2FEB6D08226C}"/>
                  </a:ext>
                </a:extLst>
              </p:cNvPr>
              <p:cNvGrpSpPr/>
              <p:nvPr/>
            </p:nvGrpSpPr>
            <p:grpSpPr>
              <a:xfrm>
                <a:off x="5715720" y="1302120"/>
                <a:ext cx="967680" cy="477720"/>
                <a:chOff x="5715720" y="1302120"/>
                <a:chExt cx="967680" cy="477720"/>
              </a:xfrm>
            </p:grpSpPr>
            <p:sp>
              <p:nvSpPr>
                <p:cNvPr id="50" name="Google Shape;2270;p47">
                  <a:extLst>
                    <a:ext uri="{FF2B5EF4-FFF2-40B4-BE49-F238E27FC236}">
                      <a16:creationId xmlns:a16="http://schemas.microsoft.com/office/drawing/2014/main" id="{7C846996-FD84-37C4-C27C-6557A5392B71}"/>
                    </a:ext>
                  </a:extLst>
                </p:cNvPr>
                <p:cNvSpPr/>
                <p:nvPr/>
              </p:nvSpPr>
              <p:spPr>
                <a:xfrm>
                  <a:off x="5715720" y="13024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1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271;p47">
                  <a:extLst>
                    <a:ext uri="{FF2B5EF4-FFF2-40B4-BE49-F238E27FC236}">
                      <a16:creationId xmlns:a16="http://schemas.microsoft.com/office/drawing/2014/main" id="{5CC4B18A-F69C-C738-9F57-0BC31CE3B7BD}"/>
                    </a:ext>
                  </a:extLst>
                </p:cNvPr>
                <p:cNvSpPr/>
                <p:nvPr/>
              </p:nvSpPr>
              <p:spPr>
                <a:xfrm>
                  <a:off x="5847480" y="13024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272;p47">
                  <a:extLst>
                    <a:ext uri="{FF2B5EF4-FFF2-40B4-BE49-F238E27FC236}">
                      <a16:creationId xmlns:a16="http://schemas.microsoft.com/office/drawing/2014/main" id="{BB98289F-5863-5011-A587-42C77A7718E0}"/>
                    </a:ext>
                  </a:extLst>
                </p:cNvPr>
                <p:cNvSpPr/>
                <p:nvPr/>
              </p:nvSpPr>
              <p:spPr>
                <a:xfrm>
                  <a:off x="5979240" y="144792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7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" name="Google Shape;2273;p47">
                  <a:extLst>
                    <a:ext uri="{FF2B5EF4-FFF2-40B4-BE49-F238E27FC236}">
                      <a16:creationId xmlns:a16="http://schemas.microsoft.com/office/drawing/2014/main" id="{DF8AB149-40D4-DD5F-C05C-6E217E43A58C}"/>
                    </a:ext>
                  </a:extLst>
                </p:cNvPr>
                <p:cNvSpPr/>
                <p:nvPr/>
              </p:nvSpPr>
              <p:spPr>
                <a:xfrm>
                  <a:off x="5913360" y="135072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2274;p47">
                  <a:extLst>
                    <a:ext uri="{FF2B5EF4-FFF2-40B4-BE49-F238E27FC236}">
                      <a16:creationId xmlns:a16="http://schemas.microsoft.com/office/drawing/2014/main" id="{A814FF78-8615-B6A6-85AB-CCF993628E38}"/>
                    </a:ext>
                  </a:extLst>
                </p:cNvPr>
                <p:cNvSpPr/>
                <p:nvPr/>
              </p:nvSpPr>
              <p:spPr>
                <a:xfrm>
                  <a:off x="6176880" y="1350720"/>
                  <a:ext cx="42840" cy="197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280"/>
                    <a:gd name="textAreaBottom" fmla="*/ 197640 h 197280"/>
                  </a:gdLst>
                  <a:ahLst/>
                  <a:cxnLst/>
                  <a:rect l="textAreaLeft" t="textAreaTop" r="textAreaRight" b="textAreaBottom"/>
                  <a:pathLst>
                    <a:path w="142" h="648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" name="Google Shape;2275;p47">
                  <a:extLst>
                    <a:ext uri="{FF2B5EF4-FFF2-40B4-BE49-F238E27FC236}">
                      <a16:creationId xmlns:a16="http://schemas.microsoft.com/office/drawing/2014/main" id="{40DFC135-99FC-0ED1-23BE-EC128BB90F85}"/>
                    </a:ext>
                  </a:extLst>
                </p:cNvPr>
                <p:cNvSpPr/>
                <p:nvPr/>
              </p:nvSpPr>
              <p:spPr>
                <a:xfrm>
                  <a:off x="6242760" y="1441800"/>
                  <a:ext cx="42840" cy="197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280"/>
                    <a:gd name="textAreaBottom" fmla="*/ 197640 h 197280"/>
                  </a:gdLst>
                  <a:ahLst/>
                  <a:cxnLst/>
                  <a:rect l="textAreaLeft" t="textAreaTop" r="textAreaRight" b="textAreaBottom"/>
                  <a:pathLst>
                    <a:path w="142" h="648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" name="Google Shape;2276;p47">
                  <a:extLst>
                    <a:ext uri="{FF2B5EF4-FFF2-40B4-BE49-F238E27FC236}">
                      <a16:creationId xmlns:a16="http://schemas.microsoft.com/office/drawing/2014/main" id="{8533693D-734A-9201-8CB7-207ECF4F4732}"/>
                    </a:ext>
                  </a:extLst>
                </p:cNvPr>
                <p:cNvSpPr/>
                <p:nvPr/>
              </p:nvSpPr>
              <p:spPr>
                <a:xfrm>
                  <a:off x="6571800" y="1473120"/>
                  <a:ext cx="42840" cy="1976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640"/>
                    <a:gd name="textAreaBottom" fmla="*/ 198000 h 197640"/>
                  </a:gdLst>
                  <a:ahLst/>
                  <a:cxnLst/>
                  <a:rect l="textAreaLeft" t="textAreaTop" r="textAreaRight" b="textAreaBottom"/>
                  <a:pathLst>
                    <a:path w="142" h="649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2"/>
                      </a:cubicBezTo>
                      <a:lnTo>
                        <a:pt x="142" y="577"/>
                      </a:lnTo>
                      <a:cubicBezTo>
                        <a:pt x="142" y="617"/>
                        <a:pt x="110" y="649"/>
                        <a:pt x="71" y="649"/>
                      </a:cubicBezTo>
                      <a:cubicBezTo>
                        <a:pt x="32" y="649"/>
                        <a:pt x="0" y="617"/>
                        <a:pt x="0" y="577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" name="Google Shape;2277;p47">
                  <a:extLst>
                    <a:ext uri="{FF2B5EF4-FFF2-40B4-BE49-F238E27FC236}">
                      <a16:creationId xmlns:a16="http://schemas.microsoft.com/office/drawing/2014/main" id="{31748286-CA53-70D1-5080-E8D5D731BD72}"/>
                    </a:ext>
                  </a:extLst>
                </p:cNvPr>
                <p:cNvSpPr/>
                <p:nvPr/>
              </p:nvSpPr>
              <p:spPr>
                <a:xfrm>
                  <a:off x="6640560" y="1560240"/>
                  <a:ext cx="42840" cy="197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197280"/>
                    <a:gd name="textAreaBottom" fmla="*/ 197640 h 197280"/>
                  </a:gdLst>
                  <a:ahLst/>
                  <a:cxnLst/>
                  <a:rect l="textAreaLeft" t="textAreaTop" r="textAreaRight" b="textAreaBottom"/>
                  <a:pathLst>
                    <a:path w="142" h="648">
                      <a:moveTo>
                        <a:pt x="71" y="0"/>
                      </a:moveTo>
                      <a:cubicBezTo>
                        <a:pt x="110" y="0"/>
                        <a:pt x="142" y="31"/>
                        <a:pt x="142" y="71"/>
                      </a:cubicBezTo>
                      <a:lnTo>
                        <a:pt x="142" y="577"/>
                      </a:lnTo>
                      <a:cubicBezTo>
                        <a:pt x="142" y="616"/>
                        <a:pt x="110" y="648"/>
                        <a:pt x="71" y="648"/>
                      </a:cubicBezTo>
                      <a:cubicBezTo>
                        <a:pt x="32" y="648"/>
                        <a:pt x="0" y="616"/>
                        <a:pt x="0" y="577"/>
                      </a:cubicBezTo>
                      <a:lnTo>
                        <a:pt x="0" y="71"/>
                      </a:lnTo>
                      <a:cubicBezTo>
                        <a:pt x="0" y="31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" name="Google Shape;2278;p47">
                  <a:extLst>
                    <a:ext uri="{FF2B5EF4-FFF2-40B4-BE49-F238E27FC236}">
                      <a16:creationId xmlns:a16="http://schemas.microsoft.com/office/drawing/2014/main" id="{A703FC40-C2B1-45AD-E00E-BC2372ABF3B0}"/>
                    </a:ext>
                  </a:extLst>
                </p:cNvPr>
                <p:cNvSpPr/>
                <p:nvPr/>
              </p:nvSpPr>
              <p:spPr>
                <a:xfrm>
                  <a:off x="6308640" y="1501560"/>
                  <a:ext cx="42840" cy="2782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78280"/>
                    <a:gd name="textAreaBottom" fmla="*/ 278640 h 278280"/>
                  </a:gdLst>
                  <a:ahLst/>
                  <a:cxnLst/>
                  <a:rect l="textAreaLeft" t="textAreaTop" r="textAreaRight" b="textAreaBottom"/>
                  <a:pathLst>
                    <a:path w="142" h="914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843"/>
                      </a:lnTo>
                      <a:cubicBezTo>
                        <a:pt x="142" y="882"/>
                        <a:pt x="110" y="914"/>
                        <a:pt x="71" y="914"/>
                      </a:cubicBezTo>
                      <a:cubicBezTo>
                        <a:pt x="32" y="914"/>
                        <a:pt x="0" y="882"/>
                        <a:pt x="0" y="843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" name="Google Shape;2279;p47">
                  <a:extLst>
                    <a:ext uri="{FF2B5EF4-FFF2-40B4-BE49-F238E27FC236}">
                      <a16:creationId xmlns:a16="http://schemas.microsoft.com/office/drawing/2014/main" id="{B4F41224-D243-76EF-9494-2117514E5408}"/>
                    </a:ext>
                  </a:extLst>
                </p:cNvPr>
                <p:cNvSpPr/>
                <p:nvPr/>
              </p:nvSpPr>
              <p:spPr>
                <a:xfrm>
                  <a:off x="6507360" y="1302120"/>
                  <a:ext cx="43200" cy="278280"/>
                </a:xfrm>
                <a:custGeom>
                  <a:avLst/>
                  <a:gdLst>
                    <a:gd name="textAreaLeft" fmla="*/ 0 w 43200"/>
                    <a:gd name="textAreaRight" fmla="*/ 43560 w 43200"/>
                    <a:gd name="textAreaTop" fmla="*/ 0 h 278280"/>
                    <a:gd name="textAreaBottom" fmla="*/ 278640 h 278280"/>
                  </a:gdLst>
                  <a:ahLst/>
                  <a:cxnLst/>
                  <a:rect l="textAreaLeft" t="textAreaTop" r="textAreaRight" b="textAreaBottom"/>
                  <a:pathLst>
                    <a:path w="143" h="914">
                      <a:moveTo>
                        <a:pt x="72" y="0"/>
                      </a:moveTo>
                      <a:cubicBezTo>
                        <a:pt x="111" y="0"/>
                        <a:pt x="143" y="32"/>
                        <a:pt x="143" y="71"/>
                      </a:cubicBezTo>
                      <a:lnTo>
                        <a:pt x="143" y="842"/>
                      </a:lnTo>
                      <a:cubicBezTo>
                        <a:pt x="143" y="882"/>
                        <a:pt x="111" y="914"/>
                        <a:pt x="72" y="914"/>
                      </a:cubicBezTo>
                      <a:cubicBezTo>
                        <a:pt x="32" y="914"/>
                        <a:pt x="0" y="882"/>
                        <a:pt x="0" y="842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9" name="Google Shape;2280;p47">
                <a:extLst>
                  <a:ext uri="{FF2B5EF4-FFF2-40B4-BE49-F238E27FC236}">
                    <a16:creationId xmlns:a16="http://schemas.microsoft.com/office/drawing/2014/main" id="{030D8633-F885-4B8C-C452-12BBA003E514}"/>
                  </a:ext>
                </a:extLst>
              </p:cNvPr>
              <p:cNvGrpSpPr/>
              <p:nvPr/>
            </p:nvGrpSpPr>
            <p:grpSpPr>
              <a:xfrm>
                <a:off x="5649840" y="1201680"/>
                <a:ext cx="1172160" cy="464400"/>
                <a:chOff x="5649840" y="1201680"/>
                <a:chExt cx="1172160" cy="464400"/>
              </a:xfrm>
            </p:grpSpPr>
            <p:sp>
              <p:nvSpPr>
                <p:cNvPr id="42" name="Google Shape;2281;p47">
                  <a:extLst>
                    <a:ext uri="{FF2B5EF4-FFF2-40B4-BE49-F238E27FC236}">
                      <a16:creationId xmlns:a16="http://schemas.microsoft.com/office/drawing/2014/main" id="{B2934404-AE1C-FA41-C553-15CF8F95914F}"/>
                    </a:ext>
                  </a:extLst>
                </p:cNvPr>
                <p:cNvSpPr/>
                <p:nvPr/>
              </p:nvSpPr>
              <p:spPr>
                <a:xfrm>
                  <a:off x="5649840" y="12016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7">
                      <a:moveTo>
                        <a:pt x="71" y="1057"/>
                      </a:moveTo>
                      <a:lnTo>
                        <a:pt x="71" y="1057"/>
                      </a:ln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2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1" y="0"/>
                        <a:pt x="142" y="32"/>
                        <a:pt x="142" y="72"/>
                      </a:cubicBezTo>
                      <a:lnTo>
                        <a:pt x="142" y="986"/>
                      </a:lnTo>
                      <a:cubicBezTo>
                        <a:pt x="142" y="1025"/>
                        <a:pt x="111" y="1057"/>
                        <a:pt x="71" y="105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282;p47">
                  <a:extLst>
                    <a:ext uri="{FF2B5EF4-FFF2-40B4-BE49-F238E27FC236}">
                      <a16:creationId xmlns:a16="http://schemas.microsoft.com/office/drawing/2014/main" id="{80D0C2C7-D330-40C9-8C8B-FDF14E494030}"/>
                    </a:ext>
                  </a:extLst>
                </p:cNvPr>
                <p:cNvSpPr/>
                <p:nvPr/>
              </p:nvSpPr>
              <p:spPr>
                <a:xfrm>
                  <a:off x="5781600" y="121356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7">
                      <a:moveTo>
                        <a:pt x="71" y="0"/>
                      </a:move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6"/>
                      </a:lnTo>
                      <a:cubicBezTo>
                        <a:pt x="142" y="1025"/>
                        <a:pt x="110" y="1057"/>
                        <a:pt x="71" y="1057"/>
                      </a:cubicBezTo>
                      <a:cubicBezTo>
                        <a:pt x="32" y="1057"/>
                        <a:pt x="0" y="1025"/>
                        <a:pt x="0" y="98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" name="Google Shape;2283;p47">
                  <a:extLst>
                    <a:ext uri="{FF2B5EF4-FFF2-40B4-BE49-F238E27FC236}">
                      <a16:creationId xmlns:a16="http://schemas.microsoft.com/office/drawing/2014/main" id="{707533DC-4911-5430-21C0-BAD7B853C40F}"/>
                    </a:ext>
                  </a:extLst>
                </p:cNvPr>
                <p:cNvSpPr/>
                <p:nvPr/>
              </p:nvSpPr>
              <p:spPr>
                <a:xfrm>
                  <a:off x="6045120" y="129852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" name="Google Shape;2284;p47">
                  <a:extLst>
                    <a:ext uri="{FF2B5EF4-FFF2-40B4-BE49-F238E27FC236}">
                      <a16:creationId xmlns:a16="http://schemas.microsoft.com/office/drawing/2014/main" id="{D423595B-2545-CBA7-09E2-CF64B41B3213}"/>
                    </a:ext>
                  </a:extLst>
                </p:cNvPr>
                <p:cNvSpPr/>
                <p:nvPr/>
              </p:nvSpPr>
              <p:spPr>
                <a:xfrm>
                  <a:off x="6111000" y="123228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4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4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2285;p47">
                  <a:extLst>
                    <a:ext uri="{FF2B5EF4-FFF2-40B4-BE49-F238E27FC236}">
                      <a16:creationId xmlns:a16="http://schemas.microsoft.com/office/drawing/2014/main" id="{A26F8B01-C332-50B5-F948-C7690D16E6E4}"/>
                    </a:ext>
                  </a:extLst>
                </p:cNvPr>
                <p:cNvSpPr/>
                <p:nvPr/>
              </p:nvSpPr>
              <p:spPr>
                <a:xfrm>
                  <a:off x="6374520" y="1344240"/>
                  <a:ext cx="42840" cy="32184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321840"/>
                    <a:gd name="textAreaBottom" fmla="*/ 322200 h 321840"/>
                  </a:gdLst>
                  <a:ahLst/>
                  <a:cxnLst/>
                  <a:rect l="textAreaLeft" t="textAreaTop" r="textAreaRight" b="textAreaBottom"/>
                  <a:pathLst>
                    <a:path w="142" h="1056">
                      <a:moveTo>
                        <a:pt x="71" y="1056"/>
                      </a:moveTo>
                      <a:lnTo>
                        <a:pt x="71" y="1056"/>
                      </a:lnTo>
                      <a:cubicBezTo>
                        <a:pt x="32" y="1056"/>
                        <a:pt x="0" y="1025"/>
                        <a:pt x="0" y="985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985"/>
                      </a:lnTo>
                      <a:cubicBezTo>
                        <a:pt x="142" y="1025"/>
                        <a:pt x="110" y="1056"/>
                        <a:pt x="71" y="105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2286;p47">
                  <a:extLst>
                    <a:ext uri="{FF2B5EF4-FFF2-40B4-BE49-F238E27FC236}">
                      <a16:creationId xmlns:a16="http://schemas.microsoft.com/office/drawing/2014/main" id="{16FE2C29-E6FF-ED38-8779-A204E8F7DDE1}"/>
                    </a:ext>
                  </a:extLst>
                </p:cNvPr>
                <p:cNvSpPr/>
                <p:nvPr/>
              </p:nvSpPr>
              <p:spPr>
                <a:xfrm>
                  <a:off x="6440400" y="1265040"/>
                  <a:ext cx="42840" cy="2368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36880"/>
                    <a:gd name="textAreaBottom" fmla="*/ 237240 h 236880"/>
                  </a:gdLst>
                  <a:ahLst/>
                  <a:cxnLst/>
                  <a:rect l="textAreaLeft" t="textAreaTop" r="textAreaRight" b="textAreaBottom"/>
                  <a:pathLst>
                    <a:path w="142" h="778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6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6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2287;p47">
                  <a:extLst>
                    <a:ext uri="{FF2B5EF4-FFF2-40B4-BE49-F238E27FC236}">
                      <a16:creationId xmlns:a16="http://schemas.microsoft.com/office/drawing/2014/main" id="{8C54856B-54EE-277E-3A9C-90424FAEB1F4}"/>
                    </a:ext>
                  </a:extLst>
                </p:cNvPr>
                <p:cNvSpPr/>
                <p:nvPr/>
              </p:nvSpPr>
              <p:spPr>
                <a:xfrm>
                  <a:off x="6709680" y="1398240"/>
                  <a:ext cx="42840" cy="2368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36880"/>
                    <a:gd name="textAreaBottom" fmla="*/ 237240 h 236880"/>
                  </a:gdLst>
                  <a:ahLst/>
                  <a:cxnLst/>
                  <a:rect l="textAreaLeft" t="textAreaTop" r="textAreaRight" b="textAreaBottom"/>
                  <a:pathLst>
                    <a:path w="142" h="778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0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2288;p47">
                  <a:extLst>
                    <a:ext uri="{FF2B5EF4-FFF2-40B4-BE49-F238E27FC236}">
                      <a16:creationId xmlns:a16="http://schemas.microsoft.com/office/drawing/2014/main" id="{E146B96D-7BD4-77EE-70FA-A77FF9A241E3}"/>
                    </a:ext>
                  </a:extLst>
                </p:cNvPr>
                <p:cNvSpPr/>
                <p:nvPr/>
              </p:nvSpPr>
              <p:spPr>
                <a:xfrm>
                  <a:off x="6779160" y="1241280"/>
                  <a:ext cx="42840" cy="236880"/>
                </a:xfrm>
                <a:custGeom>
                  <a:avLst/>
                  <a:gdLst>
                    <a:gd name="textAreaLeft" fmla="*/ 0 w 42840"/>
                    <a:gd name="textAreaRight" fmla="*/ 43200 w 42840"/>
                    <a:gd name="textAreaTop" fmla="*/ 0 h 236880"/>
                    <a:gd name="textAreaBottom" fmla="*/ 237240 h 236880"/>
                  </a:gdLst>
                  <a:ahLst/>
                  <a:cxnLst/>
                  <a:rect l="textAreaLeft" t="textAreaTop" r="textAreaRight" b="textAreaBottom"/>
                  <a:pathLst>
                    <a:path w="142" h="778">
                      <a:moveTo>
                        <a:pt x="71" y="778"/>
                      </a:moveTo>
                      <a:lnTo>
                        <a:pt x="71" y="778"/>
                      </a:lnTo>
                      <a:cubicBezTo>
                        <a:pt x="32" y="778"/>
                        <a:pt x="0" y="746"/>
                        <a:pt x="0" y="707"/>
                      </a:cubicBezTo>
                      <a:lnTo>
                        <a:pt x="0" y="71"/>
                      </a:lnTo>
                      <a:cubicBezTo>
                        <a:pt x="0" y="32"/>
                        <a:pt x="32" y="0"/>
                        <a:pt x="71" y="0"/>
                      </a:cubicBezTo>
                      <a:lnTo>
                        <a:pt x="71" y="0"/>
                      </a:lnTo>
                      <a:cubicBezTo>
                        <a:pt x="110" y="0"/>
                        <a:pt x="142" y="32"/>
                        <a:pt x="142" y="71"/>
                      </a:cubicBezTo>
                      <a:lnTo>
                        <a:pt x="142" y="707"/>
                      </a:lnTo>
                      <a:cubicBezTo>
                        <a:pt x="142" y="746"/>
                        <a:pt x="111" y="778"/>
                        <a:pt x="71" y="77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ctr" anchorCtr="1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0" name="Google Shape;2289;p47">
                <a:extLst>
                  <a:ext uri="{FF2B5EF4-FFF2-40B4-BE49-F238E27FC236}">
                    <a16:creationId xmlns:a16="http://schemas.microsoft.com/office/drawing/2014/main" id="{3A23610B-D082-435E-615B-FC19E978C509}"/>
                  </a:ext>
                </a:extLst>
              </p:cNvPr>
              <p:cNvSpPr/>
              <p:nvPr/>
            </p:nvSpPr>
            <p:spPr>
              <a:xfrm>
                <a:off x="7425720" y="1222560"/>
                <a:ext cx="290160" cy="78840"/>
              </a:xfrm>
              <a:custGeom>
                <a:avLst/>
                <a:gdLst>
                  <a:gd name="textAreaLeft" fmla="*/ 0 w 290160"/>
                  <a:gd name="textAreaRight" fmla="*/ 290520 w 290160"/>
                  <a:gd name="textAreaTop" fmla="*/ 0 h 78840"/>
                  <a:gd name="textAreaBottom" fmla="*/ 79200 h 78840"/>
                </a:gdLst>
                <a:ahLst/>
                <a:cxnLst/>
                <a:rect l="textAreaLeft" t="textAreaTop" r="textAreaRight" b="textAreaBottom"/>
                <a:pathLst>
                  <a:path w="953" h="260">
                    <a:moveTo>
                      <a:pt x="823" y="260"/>
                    </a:moveTo>
                    <a:lnTo>
                      <a:pt x="130" y="260"/>
                    </a:lnTo>
                    <a:cubicBezTo>
                      <a:pt x="58" y="260"/>
                      <a:pt x="0" y="202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30" y="0"/>
                    </a:cubicBezTo>
                    <a:lnTo>
                      <a:pt x="823" y="0"/>
                    </a:lnTo>
                    <a:cubicBezTo>
                      <a:pt x="895" y="0"/>
                      <a:pt x="953" y="59"/>
                      <a:pt x="953" y="130"/>
                    </a:cubicBezTo>
                    <a:lnTo>
                      <a:pt x="953" y="130"/>
                    </a:lnTo>
                    <a:cubicBezTo>
                      <a:pt x="953" y="202"/>
                      <a:pt x="895" y="260"/>
                      <a:pt x="823" y="26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9600" rIns="90000" bIns="396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2290;p47">
                <a:extLst>
                  <a:ext uri="{FF2B5EF4-FFF2-40B4-BE49-F238E27FC236}">
                    <a16:creationId xmlns:a16="http://schemas.microsoft.com/office/drawing/2014/main" id="{CDCF6A33-DD8A-18B1-C8E8-AE3EB204AD1D}"/>
                  </a:ext>
                </a:extLst>
              </p:cNvPr>
              <p:cNvSpPr/>
              <p:nvPr/>
            </p:nvSpPr>
            <p:spPr>
              <a:xfrm>
                <a:off x="6422760" y="2271240"/>
                <a:ext cx="290160" cy="78480"/>
              </a:xfrm>
              <a:custGeom>
                <a:avLst/>
                <a:gdLst>
                  <a:gd name="textAreaLeft" fmla="*/ 0 w 290160"/>
                  <a:gd name="textAreaRight" fmla="*/ 290520 w 2901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953" h="259">
                    <a:moveTo>
                      <a:pt x="823" y="259"/>
                    </a:moveTo>
                    <a:lnTo>
                      <a:pt x="129" y="259"/>
                    </a:lnTo>
                    <a:cubicBezTo>
                      <a:pt x="58" y="259"/>
                      <a:pt x="0" y="201"/>
                      <a:pt x="0" y="130"/>
                    </a:cubicBezTo>
                    <a:lnTo>
                      <a:pt x="0" y="130"/>
                    </a:lnTo>
                    <a:cubicBezTo>
                      <a:pt x="0" y="58"/>
                      <a:pt x="58" y="0"/>
                      <a:pt x="129" y="0"/>
                    </a:cubicBezTo>
                    <a:lnTo>
                      <a:pt x="823" y="0"/>
                    </a:lnTo>
                    <a:cubicBezTo>
                      <a:pt x="895" y="0"/>
                      <a:pt x="953" y="58"/>
                      <a:pt x="953" y="130"/>
                    </a:cubicBezTo>
                    <a:lnTo>
                      <a:pt x="953" y="130"/>
                    </a:lnTo>
                    <a:cubicBezTo>
                      <a:pt x="952" y="201"/>
                      <a:pt x="894" y="259"/>
                      <a:pt x="823" y="25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39240" rIns="90000" bIns="3924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" name="Google Shape;2291;p47">
              <a:extLst>
                <a:ext uri="{FF2B5EF4-FFF2-40B4-BE49-F238E27FC236}">
                  <a16:creationId xmlns:a16="http://schemas.microsoft.com/office/drawing/2014/main" id="{D66AA8AE-F5D2-7C75-314B-8DC86A271DBE}"/>
                </a:ext>
              </a:extLst>
            </p:cNvPr>
            <p:cNvSpPr/>
            <p:nvPr/>
          </p:nvSpPr>
          <p:spPr>
            <a:xfrm flipH="1">
              <a:off x="6825600" y="4309920"/>
              <a:ext cx="1224000" cy="84600"/>
            </a:xfrm>
            <a:custGeom>
              <a:avLst/>
              <a:gdLst>
                <a:gd name="textAreaLeft" fmla="*/ 360 w 1224000"/>
                <a:gd name="textAreaRight" fmla="*/ 1224720 w 1224000"/>
                <a:gd name="textAreaTop" fmla="*/ 0 h 84600"/>
                <a:gd name="textAreaBottom" fmla="*/ 84960 h 84600"/>
              </a:gdLst>
              <a:ahLst/>
              <a:cxnLst/>
              <a:rect l="textAreaLeft" t="textAreaTop" r="textAreaRight" b="textAreaBottom"/>
              <a:pathLst>
                <a:path w="3541" h="227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36720" rIns="90000" bIns="36720" anchor="ctr" anchorCtr="1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" name="Google Shape;2292;p47">
              <a:extLst>
                <a:ext uri="{FF2B5EF4-FFF2-40B4-BE49-F238E27FC236}">
                  <a16:creationId xmlns:a16="http://schemas.microsoft.com/office/drawing/2014/main" id="{06C2997A-35EE-12B9-D30B-D3A93CE67116}"/>
                </a:ext>
              </a:extLst>
            </p:cNvPr>
            <p:cNvGrpSpPr/>
            <p:nvPr/>
          </p:nvGrpSpPr>
          <p:grpSpPr>
            <a:xfrm>
              <a:off x="5916600" y="1996560"/>
              <a:ext cx="1790280" cy="2385000"/>
              <a:chOff x="5916600" y="1996560"/>
              <a:chExt cx="1790280" cy="2385000"/>
            </a:xfrm>
          </p:grpSpPr>
          <p:grpSp>
            <p:nvGrpSpPr>
              <p:cNvPr id="17" name="Google Shape;2293;p47">
                <a:extLst>
                  <a:ext uri="{FF2B5EF4-FFF2-40B4-BE49-F238E27FC236}">
                    <a16:creationId xmlns:a16="http://schemas.microsoft.com/office/drawing/2014/main" id="{5707C489-8C33-826C-3620-21893A9517F4}"/>
                  </a:ext>
                </a:extLst>
              </p:cNvPr>
              <p:cNvGrpSpPr/>
              <p:nvPr/>
            </p:nvGrpSpPr>
            <p:grpSpPr>
              <a:xfrm>
                <a:off x="5916600" y="1996560"/>
                <a:ext cx="1790280" cy="2385000"/>
                <a:chOff x="5916600" y="1996560"/>
                <a:chExt cx="1790280" cy="2385000"/>
              </a:xfrm>
            </p:grpSpPr>
            <p:sp>
              <p:nvSpPr>
                <p:cNvPr id="19" name="Google Shape;2294;p47">
                  <a:extLst>
                    <a:ext uri="{FF2B5EF4-FFF2-40B4-BE49-F238E27FC236}">
                      <a16:creationId xmlns:a16="http://schemas.microsoft.com/office/drawing/2014/main" id="{6B98BC27-DC45-ED99-ABA6-64E0E018A675}"/>
                    </a:ext>
                  </a:extLst>
                </p:cNvPr>
                <p:cNvSpPr/>
                <p:nvPr/>
              </p:nvSpPr>
              <p:spPr>
                <a:xfrm flipH="1">
                  <a:off x="7602480" y="4185720"/>
                  <a:ext cx="89640" cy="154080"/>
                </a:xfrm>
                <a:custGeom>
                  <a:avLst/>
                  <a:gdLst>
                    <a:gd name="textAreaLeft" fmla="*/ -360 w 89640"/>
                    <a:gd name="textAreaRight" fmla="*/ 89640 w 89640"/>
                    <a:gd name="textAreaTop" fmla="*/ 0 h 154080"/>
                    <a:gd name="textAreaBottom" fmla="*/ 154440 h 154080"/>
                  </a:gdLst>
                  <a:ahLst/>
                  <a:cxnLst/>
                  <a:rect l="textAreaLeft" t="textAreaTop" r="textAreaRight" b="textAreaBottom"/>
                  <a:pathLst>
                    <a:path w="7916" h="13555">
                      <a:moveTo>
                        <a:pt x="3067" y="0"/>
                      </a:moveTo>
                      <a:cubicBezTo>
                        <a:pt x="2846" y="2977"/>
                        <a:pt x="1555" y="6090"/>
                        <a:pt x="1" y="8669"/>
                      </a:cubicBezTo>
                      <a:cubicBezTo>
                        <a:pt x="623" y="10315"/>
                        <a:pt x="1246" y="10981"/>
                        <a:pt x="2445" y="12183"/>
                      </a:cubicBezTo>
                      <a:cubicBezTo>
                        <a:pt x="3892" y="13134"/>
                        <a:pt x="5366" y="13554"/>
                        <a:pt x="6802" y="13554"/>
                      </a:cubicBezTo>
                      <a:cubicBezTo>
                        <a:pt x="7176" y="13554"/>
                        <a:pt x="7548" y="13526"/>
                        <a:pt x="7915" y="13470"/>
                      </a:cubicBezTo>
                      <a:cubicBezTo>
                        <a:pt x="6759" y="12094"/>
                        <a:pt x="6090" y="10315"/>
                        <a:pt x="5913" y="8491"/>
                      </a:cubicBezTo>
                      <a:cubicBezTo>
                        <a:pt x="5692" y="6001"/>
                        <a:pt x="7115" y="3735"/>
                        <a:pt x="7915" y="1377"/>
                      </a:cubicBezTo>
                      <a:cubicBezTo>
                        <a:pt x="6446" y="1021"/>
                        <a:pt x="4536" y="356"/>
                        <a:pt x="3067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7040" bIns="77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295;p47">
                  <a:extLst>
                    <a:ext uri="{FF2B5EF4-FFF2-40B4-BE49-F238E27FC236}">
                      <a16:creationId xmlns:a16="http://schemas.microsoft.com/office/drawing/2014/main" id="{535FDBD4-3230-9540-8D74-806AE51132CA}"/>
                    </a:ext>
                  </a:extLst>
                </p:cNvPr>
                <p:cNvSpPr/>
                <p:nvPr/>
              </p:nvSpPr>
              <p:spPr>
                <a:xfrm flipH="1">
                  <a:off x="7573680" y="4284360"/>
                  <a:ext cx="133200" cy="97200"/>
                </a:xfrm>
                <a:custGeom>
                  <a:avLst/>
                  <a:gdLst>
                    <a:gd name="textAreaLeft" fmla="*/ 360 w 133200"/>
                    <a:gd name="textAreaRight" fmla="*/ 133920 w 133200"/>
                    <a:gd name="textAreaTop" fmla="*/ 0 h 97200"/>
                    <a:gd name="textAreaBottom" fmla="*/ 97560 h 97200"/>
                  </a:gdLst>
                  <a:ahLst/>
                  <a:cxnLst/>
                  <a:rect l="textAreaLeft" t="textAreaTop" r="textAreaRight" b="textAreaBottom"/>
                  <a:pathLst>
                    <a:path w="11740" h="8558">
                      <a:moveTo>
                        <a:pt x="1246" y="1"/>
                      </a:moveTo>
                      <a:cubicBezTo>
                        <a:pt x="1111" y="178"/>
                        <a:pt x="1022" y="402"/>
                        <a:pt x="890" y="623"/>
                      </a:cubicBezTo>
                      <a:cubicBezTo>
                        <a:pt x="446" y="1245"/>
                        <a:pt x="1" y="1957"/>
                        <a:pt x="133" y="2715"/>
                      </a:cubicBezTo>
                      <a:cubicBezTo>
                        <a:pt x="310" y="3558"/>
                        <a:pt x="1200" y="4002"/>
                        <a:pt x="1822" y="4625"/>
                      </a:cubicBezTo>
                      <a:cubicBezTo>
                        <a:pt x="2580" y="5382"/>
                        <a:pt x="2935" y="6403"/>
                        <a:pt x="3647" y="7203"/>
                      </a:cubicBezTo>
                      <a:cubicBezTo>
                        <a:pt x="4447" y="8050"/>
                        <a:pt x="5646" y="8448"/>
                        <a:pt x="6848" y="8537"/>
                      </a:cubicBezTo>
                      <a:cubicBezTo>
                        <a:pt x="7035" y="8551"/>
                        <a:pt x="7221" y="8558"/>
                        <a:pt x="7408" y="8558"/>
                      </a:cubicBezTo>
                      <a:cubicBezTo>
                        <a:pt x="8420" y="8558"/>
                        <a:pt x="9429" y="8371"/>
                        <a:pt x="10405" y="8182"/>
                      </a:cubicBezTo>
                      <a:cubicBezTo>
                        <a:pt x="10892" y="8093"/>
                        <a:pt x="11472" y="7915"/>
                        <a:pt x="11561" y="7470"/>
                      </a:cubicBezTo>
                      <a:cubicBezTo>
                        <a:pt x="11739" y="6894"/>
                        <a:pt x="11117" y="6449"/>
                        <a:pt x="10583" y="6136"/>
                      </a:cubicBezTo>
                      <a:cubicBezTo>
                        <a:pt x="10049" y="5781"/>
                        <a:pt x="9559" y="5293"/>
                        <a:pt x="9160" y="4802"/>
                      </a:cubicBezTo>
                      <a:cubicBezTo>
                        <a:pt x="8793" y="4858"/>
                        <a:pt x="8421" y="4886"/>
                        <a:pt x="8047" y="4886"/>
                      </a:cubicBezTo>
                      <a:cubicBezTo>
                        <a:pt x="6611" y="4886"/>
                        <a:pt x="5137" y="4466"/>
                        <a:pt x="3690" y="3515"/>
                      </a:cubicBezTo>
                      <a:cubicBezTo>
                        <a:pt x="2491" y="2313"/>
                        <a:pt x="1868" y="1647"/>
                        <a:pt x="1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8600" bIns="48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296;p47">
                  <a:extLst>
                    <a:ext uri="{FF2B5EF4-FFF2-40B4-BE49-F238E27FC236}">
                      <a16:creationId xmlns:a16="http://schemas.microsoft.com/office/drawing/2014/main" id="{ED3EF8A3-16B5-B32F-C593-8E5320039605}"/>
                    </a:ext>
                  </a:extLst>
                </p:cNvPr>
                <p:cNvSpPr/>
                <p:nvPr/>
              </p:nvSpPr>
              <p:spPr>
                <a:xfrm flipH="1">
                  <a:off x="7239960" y="4204440"/>
                  <a:ext cx="142920" cy="93960"/>
                </a:xfrm>
                <a:custGeom>
                  <a:avLst/>
                  <a:gdLst>
                    <a:gd name="textAreaLeft" fmla="*/ -360 w 142920"/>
                    <a:gd name="textAreaRight" fmla="*/ 142920 w 142920"/>
                    <a:gd name="textAreaTop" fmla="*/ 0 h 93960"/>
                    <a:gd name="textAreaBottom" fmla="*/ 94320 h 93960"/>
                  </a:gdLst>
                  <a:ahLst/>
                  <a:cxnLst/>
                  <a:rect l="textAreaLeft" t="textAreaTop" r="textAreaRight" b="textAreaBottom"/>
                  <a:pathLst>
                    <a:path w="12586" h="8286">
                      <a:moveTo>
                        <a:pt x="4803" y="0"/>
                      </a:moveTo>
                      <a:cubicBezTo>
                        <a:pt x="3248" y="136"/>
                        <a:pt x="1512" y="445"/>
                        <a:pt x="1" y="580"/>
                      </a:cubicBezTo>
                      <a:cubicBezTo>
                        <a:pt x="801" y="2626"/>
                        <a:pt x="1779" y="4802"/>
                        <a:pt x="1779" y="6937"/>
                      </a:cubicBezTo>
                      <a:cubicBezTo>
                        <a:pt x="3938" y="7683"/>
                        <a:pt x="6256" y="8286"/>
                        <a:pt x="8446" y="8286"/>
                      </a:cubicBezTo>
                      <a:cubicBezTo>
                        <a:pt x="9911" y="8286"/>
                        <a:pt x="11319" y="8016"/>
                        <a:pt x="12585" y="7339"/>
                      </a:cubicBezTo>
                      <a:cubicBezTo>
                        <a:pt x="11027" y="7026"/>
                        <a:pt x="9427" y="6627"/>
                        <a:pt x="8182" y="5869"/>
                      </a:cubicBezTo>
                      <a:cubicBezTo>
                        <a:pt x="6183" y="4625"/>
                        <a:pt x="5247" y="2224"/>
                        <a:pt x="4803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2297;p47">
                  <a:extLst>
                    <a:ext uri="{FF2B5EF4-FFF2-40B4-BE49-F238E27FC236}">
                      <a16:creationId xmlns:a16="http://schemas.microsoft.com/office/drawing/2014/main" id="{B7A7DF9C-D9A1-EBAF-8F5E-64711A98FD7B}"/>
                    </a:ext>
                  </a:extLst>
                </p:cNvPr>
                <p:cNvSpPr/>
                <p:nvPr/>
              </p:nvSpPr>
              <p:spPr>
                <a:xfrm flipH="1">
                  <a:off x="7195320" y="4283280"/>
                  <a:ext cx="170640" cy="38880"/>
                </a:xfrm>
                <a:custGeom>
                  <a:avLst/>
                  <a:gdLst>
                    <a:gd name="textAreaLeft" fmla="*/ 360 w 170640"/>
                    <a:gd name="textAreaRight" fmla="*/ 171360 w 170640"/>
                    <a:gd name="textAreaTop" fmla="*/ 0 h 38880"/>
                    <a:gd name="textAreaBottom" fmla="*/ 39240 h 38880"/>
                  </a:gdLst>
                  <a:ahLst/>
                  <a:cxnLst/>
                  <a:rect l="textAreaLeft" t="textAreaTop" r="textAreaRight" b="textAreaBottom"/>
                  <a:pathLst>
                    <a:path w="15029" h="3453">
                      <a:moveTo>
                        <a:pt x="221" y="1"/>
                      </a:moveTo>
                      <a:cubicBezTo>
                        <a:pt x="221" y="356"/>
                        <a:pt x="178" y="669"/>
                        <a:pt x="132" y="1025"/>
                      </a:cubicBezTo>
                      <a:cubicBezTo>
                        <a:pt x="1" y="1690"/>
                        <a:pt x="267" y="2537"/>
                        <a:pt x="801" y="2981"/>
                      </a:cubicBezTo>
                      <a:cubicBezTo>
                        <a:pt x="1142" y="3244"/>
                        <a:pt x="1561" y="3321"/>
                        <a:pt x="1994" y="3321"/>
                      </a:cubicBezTo>
                      <a:cubicBezTo>
                        <a:pt x="2293" y="3321"/>
                        <a:pt x="2598" y="3284"/>
                        <a:pt x="2889" y="3248"/>
                      </a:cubicBezTo>
                      <a:cubicBezTo>
                        <a:pt x="3362" y="3204"/>
                        <a:pt x="3838" y="3187"/>
                        <a:pt x="4318" y="3187"/>
                      </a:cubicBezTo>
                      <a:cubicBezTo>
                        <a:pt x="6185" y="3187"/>
                        <a:pt x="8089" y="3452"/>
                        <a:pt x="9930" y="3452"/>
                      </a:cubicBezTo>
                      <a:cubicBezTo>
                        <a:pt x="11437" y="3452"/>
                        <a:pt x="12903" y="3274"/>
                        <a:pt x="14271" y="2626"/>
                      </a:cubicBezTo>
                      <a:cubicBezTo>
                        <a:pt x="14538" y="2490"/>
                        <a:pt x="14805" y="2313"/>
                        <a:pt x="14894" y="2046"/>
                      </a:cubicBezTo>
                      <a:cubicBezTo>
                        <a:pt x="15029" y="1736"/>
                        <a:pt x="14851" y="1381"/>
                        <a:pt x="14538" y="1203"/>
                      </a:cubicBezTo>
                      <a:cubicBezTo>
                        <a:pt x="14271" y="979"/>
                        <a:pt x="13916" y="936"/>
                        <a:pt x="13606" y="847"/>
                      </a:cubicBezTo>
                      <a:cubicBezTo>
                        <a:pt x="12806" y="712"/>
                        <a:pt x="11917" y="580"/>
                        <a:pt x="11027" y="403"/>
                      </a:cubicBezTo>
                      <a:cubicBezTo>
                        <a:pt x="9761" y="1080"/>
                        <a:pt x="8353" y="1350"/>
                        <a:pt x="6888" y="1350"/>
                      </a:cubicBezTo>
                      <a:cubicBezTo>
                        <a:pt x="4698" y="1350"/>
                        <a:pt x="2380" y="747"/>
                        <a:pt x="22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9440" bIns="19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2298;p47">
                  <a:extLst>
                    <a:ext uri="{FF2B5EF4-FFF2-40B4-BE49-F238E27FC236}">
                      <a16:creationId xmlns:a16="http://schemas.microsoft.com/office/drawing/2014/main" id="{E836A467-4FF3-140C-130D-BB406B4C290B}"/>
                    </a:ext>
                  </a:extLst>
                </p:cNvPr>
                <p:cNvSpPr/>
                <p:nvPr/>
              </p:nvSpPr>
              <p:spPr>
                <a:xfrm flipH="1">
                  <a:off x="5916240" y="1996560"/>
                  <a:ext cx="1257480" cy="1184400"/>
                </a:xfrm>
                <a:custGeom>
                  <a:avLst/>
                  <a:gdLst>
                    <a:gd name="textAreaLeft" fmla="*/ -360 w 1257480"/>
                    <a:gd name="textAreaRight" fmla="*/ 1257480 w 1257480"/>
                    <a:gd name="textAreaTop" fmla="*/ 0 h 1184400"/>
                    <a:gd name="textAreaBottom" fmla="*/ 1184760 h 1184400"/>
                  </a:gdLst>
                  <a:ahLst/>
                  <a:cxnLst/>
                  <a:rect l="textAreaLeft" t="textAreaTop" r="textAreaRight" b="textAreaBottom"/>
                  <a:pathLst>
                    <a:path w="110491" h="104085">
                      <a:moveTo>
                        <a:pt x="54941" y="5415"/>
                      </a:moveTo>
                      <a:cubicBezTo>
                        <a:pt x="64427" y="5415"/>
                        <a:pt x="74015" y="8445"/>
                        <a:pt x="82167" y="14626"/>
                      </a:cubicBezTo>
                      <a:cubicBezTo>
                        <a:pt x="100976" y="28854"/>
                        <a:pt x="104533" y="57132"/>
                        <a:pt x="89594" y="76251"/>
                      </a:cubicBezTo>
                      <a:cubicBezTo>
                        <a:pt x="80982" y="87304"/>
                        <a:pt x="68106" y="93066"/>
                        <a:pt x="55098" y="93066"/>
                      </a:cubicBezTo>
                      <a:cubicBezTo>
                        <a:pt x="45604" y="93066"/>
                        <a:pt x="36040" y="89997"/>
                        <a:pt x="28011" y="83674"/>
                      </a:cubicBezTo>
                      <a:cubicBezTo>
                        <a:pt x="8939" y="68735"/>
                        <a:pt x="5602" y="41126"/>
                        <a:pt x="20542" y="22096"/>
                      </a:cubicBezTo>
                      <a:cubicBezTo>
                        <a:pt x="29197" y="11078"/>
                        <a:pt x="41973" y="5415"/>
                        <a:pt x="54941" y="5415"/>
                      </a:cubicBezTo>
                      <a:close/>
                      <a:moveTo>
                        <a:pt x="55113" y="0"/>
                      </a:moveTo>
                      <a:cubicBezTo>
                        <a:pt x="40538" y="0"/>
                        <a:pt x="26106" y="6455"/>
                        <a:pt x="16408" y="18805"/>
                      </a:cubicBezTo>
                      <a:cubicBezTo>
                        <a:pt x="0" y="39745"/>
                        <a:pt x="3248" y="69848"/>
                        <a:pt x="23522" y="86833"/>
                      </a:cubicBezTo>
                      <a:lnTo>
                        <a:pt x="11518" y="102082"/>
                      </a:lnTo>
                      <a:lnTo>
                        <a:pt x="14050" y="104085"/>
                      </a:lnTo>
                      <a:lnTo>
                        <a:pt x="26012" y="88789"/>
                      </a:lnTo>
                      <a:cubicBezTo>
                        <a:pt x="34739" y="95203"/>
                        <a:pt x="44929" y="98316"/>
                        <a:pt x="55050" y="98316"/>
                      </a:cubicBezTo>
                      <a:cubicBezTo>
                        <a:pt x="69628" y="98316"/>
                        <a:pt x="84063" y="91857"/>
                        <a:pt x="93773" y="79495"/>
                      </a:cubicBezTo>
                      <a:cubicBezTo>
                        <a:pt x="110491" y="58153"/>
                        <a:pt x="106799" y="27253"/>
                        <a:pt x="85414" y="10489"/>
                      </a:cubicBezTo>
                      <a:cubicBezTo>
                        <a:pt x="76420" y="3425"/>
                        <a:pt x="65729" y="0"/>
                        <a:pt x="551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2299;p47">
                  <a:extLst>
                    <a:ext uri="{FF2B5EF4-FFF2-40B4-BE49-F238E27FC236}">
                      <a16:creationId xmlns:a16="http://schemas.microsoft.com/office/drawing/2014/main" id="{49AD152B-9FDA-0D8E-05D4-E4D629C241D0}"/>
                    </a:ext>
                  </a:extLst>
                </p:cNvPr>
                <p:cNvSpPr/>
                <p:nvPr/>
              </p:nvSpPr>
              <p:spPr>
                <a:xfrm flipH="1">
                  <a:off x="6993000" y="3138120"/>
                  <a:ext cx="449640" cy="547200"/>
                </a:xfrm>
                <a:custGeom>
                  <a:avLst/>
                  <a:gdLst>
                    <a:gd name="textAreaLeft" fmla="*/ -360 w 449640"/>
                    <a:gd name="textAreaRight" fmla="*/ 449640 w 449640"/>
                    <a:gd name="textAreaTop" fmla="*/ 0 h 547200"/>
                    <a:gd name="textAreaBottom" fmla="*/ 547560 h 547200"/>
                  </a:gdLst>
                  <a:ahLst/>
                  <a:cxnLst/>
                  <a:rect l="textAreaLeft" t="textAreaTop" r="textAreaRight" b="textAreaBottom"/>
                  <a:pathLst>
                    <a:path w="39529" h="48110">
                      <a:moveTo>
                        <a:pt x="34948" y="1"/>
                      </a:moveTo>
                      <a:lnTo>
                        <a:pt x="0" y="44552"/>
                      </a:lnTo>
                      <a:lnTo>
                        <a:pt x="4581" y="48109"/>
                      </a:lnTo>
                      <a:lnTo>
                        <a:pt x="39529" y="3600"/>
                      </a:lnTo>
                      <a:lnTo>
                        <a:pt x="3494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2300;p47">
                  <a:extLst>
                    <a:ext uri="{FF2B5EF4-FFF2-40B4-BE49-F238E27FC236}">
                      <a16:creationId xmlns:a16="http://schemas.microsoft.com/office/drawing/2014/main" id="{6AA0FF86-47FE-EA41-9D19-2856D20B3532}"/>
                    </a:ext>
                  </a:extLst>
                </p:cNvPr>
                <p:cNvSpPr/>
                <p:nvPr/>
              </p:nvSpPr>
              <p:spPr>
                <a:xfrm flipH="1">
                  <a:off x="7147440" y="3289680"/>
                  <a:ext cx="93240" cy="80640"/>
                </a:xfrm>
                <a:custGeom>
                  <a:avLst/>
                  <a:gdLst>
                    <a:gd name="textAreaLeft" fmla="*/ -360 w 93240"/>
                    <a:gd name="textAreaRight" fmla="*/ 93240 w 93240"/>
                    <a:gd name="textAreaTop" fmla="*/ 0 h 80640"/>
                    <a:gd name="textAreaBottom" fmla="*/ 81000 h 80640"/>
                  </a:gdLst>
                  <a:ahLst/>
                  <a:cxnLst/>
                  <a:rect l="textAreaLeft" t="textAreaTop" r="textAreaRight" b="textAreaBottom"/>
                  <a:pathLst>
                    <a:path w="8225" h="7125">
                      <a:moveTo>
                        <a:pt x="6643" y="1"/>
                      </a:moveTo>
                      <a:cubicBezTo>
                        <a:pt x="5789" y="1"/>
                        <a:pt x="5020" y="507"/>
                        <a:pt x="4400" y="1167"/>
                      </a:cubicBezTo>
                      <a:cubicBezTo>
                        <a:pt x="3778" y="1832"/>
                        <a:pt x="3291" y="2632"/>
                        <a:pt x="2622" y="3301"/>
                      </a:cubicBezTo>
                      <a:cubicBezTo>
                        <a:pt x="2050" y="3873"/>
                        <a:pt x="1278" y="4316"/>
                        <a:pt x="508" y="4316"/>
                      </a:cubicBezTo>
                      <a:cubicBezTo>
                        <a:pt x="382" y="4316"/>
                        <a:pt x="257" y="4304"/>
                        <a:pt x="132" y="4279"/>
                      </a:cubicBezTo>
                      <a:lnTo>
                        <a:pt x="0" y="6947"/>
                      </a:lnTo>
                      <a:cubicBezTo>
                        <a:pt x="269" y="6774"/>
                        <a:pt x="579" y="6711"/>
                        <a:pt x="893" y="6711"/>
                      </a:cubicBezTo>
                      <a:cubicBezTo>
                        <a:pt x="1147" y="6711"/>
                        <a:pt x="1404" y="6752"/>
                        <a:pt x="1644" y="6811"/>
                      </a:cubicBezTo>
                      <a:cubicBezTo>
                        <a:pt x="2223" y="6947"/>
                        <a:pt x="2800" y="7124"/>
                        <a:pt x="3379" y="7124"/>
                      </a:cubicBezTo>
                      <a:cubicBezTo>
                        <a:pt x="3956" y="7124"/>
                        <a:pt x="4578" y="6858"/>
                        <a:pt x="4802" y="6324"/>
                      </a:cubicBezTo>
                      <a:cubicBezTo>
                        <a:pt x="4891" y="6100"/>
                        <a:pt x="4934" y="5833"/>
                        <a:pt x="4934" y="5567"/>
                      </a:cubicBezTo>
                      <a:lnTo>
                        <a:pt x="5467" y="5300"/>
                      </a:lnTo>
                      <a:cubicBezTo>
                        <a:pt x="5958" y="4990"/>
                        <a:pt x="6357" y="4588"/>
                        <a:pt x="6623" y="4055"/>
                      </a:cubicBezTo>
                      <a:cubicBezTo>
                        <a:pt x="6890" y="3521"/>
                        <a:pt x="6979" y="2945"/>
                        <a:pt x="7114" y="2365"/>
                      </a:cubicBezTo>
                      <a:cubicBezTo>
                        <a:pt x="7203" y="1789"/>
                        <a:pt x="7424" y="1209"/>
                        <a:pt x="7868" y="811"/>
                      </a:cubicBezTo>
                      <a:cubicBezTo>
                        <a:pt x="8004" y="676"/>
                        <a:pt x="8224" y="544"/>
                        <a:pt x="8224" y="366"/>
                      </a:cubicBezTo>
                      <a:cubicBezTo>
                        <a:pt x="8224" y="142"/>
                        <a:pt x="8004" y="10"/>
                        <a:pt x="7779" y="10"/>
                      </a:cubicBezTo>
                      <a:cubicBezTo>
                        <a:pt x="7559" y="10"/>
                        <a:pt x="7381" y="142"/>
                        <a:pt x="7246" y="277"/>
                      </a:cubicBezTo>
                      <a:cubicBezTo>
                        <a:pt x="6979" y="455"/>
                        <a:pt x="6712" y="633"/>
                        <a:pt x="6492" y="853"/>
                      </a:cubicBezTo>
                      <a:cubicBezTo>
                        <a:pt x="6581" y="587"/>
                        <a:pt x="6712" y="277"/>
                        <a:pt x="6848" y="10"/>
                      </a:cubicBezTo>
                      <a:cubicBezTo>
                        <a:pt x="6779" y="4"/>
                        <a:pt x="6711" y="1"/>
                        <a:pt x="6643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0320" bIns="403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2301;p47">
                  <a:extLst>
                    <a:ext uri="{FF2B5EF4-FFF2-40B4-BE49-F238E27FC236}">
                      <a16:creationId xmlns:a16="http://schemas.microsoft.com/office/drawing/2014/main" id="{8F840823-2136-4E6E-86B7-902B33C847EC}"/>
                    </a:ext>
                  </a:extLst>
                </p:cNvPr>
                <p:cNvSpPr/>
                <p:nvPr/>
              </p:nvSpPr>
              <p:spPr>
                <a:xfrm flipH="1">
                  <a:off x="7220520" y="3064320"/>
                  <a:ext cx="338400" cy="322560"/>
                </a:xfrm>
                <a:custGeom>
                  <a:avLst/>
                  <a:gdLst>
                    <a:gd name="textAreaLeft" fmla="*/ 360 w 338400"/>
                    <a:gd name="textAreaRight" fmla="*/ 339120 w 338400"/>
                    <a:gd name="textAreaTop" fmla="*/ 0 h 322560"/>
                    <a:gd name="textAreaBottom" fmla="*/ 322920 h 322560"/>
                  </a:gdLst>
                  <a:ahLst/>
                  <a:cxnLst/>
                  <a:rect l="textAreaLeft" t="textAreaTop" r="textAreaRight" b="textAreaBottom"/>
                  <a:pathLst>
                    <a:path w="29748" h="28358">
                      <a:moveTo>
                        <a:pt x="3466" y="1"/>
                      </a:moveTo>
                      <a:cubicBezTo>
                        <a:pt x="3222" y="1"/>
                        <a:pt x="2984" y="26"/>
                        <a:pt x="2757" y="79"/>
                      </a:cubicBezTo>
                      <a:cubicBezTo>
                        <a:pt x="1779" y="300"/>
                        <a:pt x="1068" y="1100"/>
                        <a:pt x="669" y="1989"/>
                      </a:cubicBezTo>
                      <a:cubicBezTo>
                        <a:pt x="445" y="2434"/>
                        <a:pt x="356" y="2878"/>
                        <a:pt x="267" y="3369"/>
                      </a:cubicBezTo>
                      <a:cubicBezTo>
                        <a:pt x="178" y="3857"/>
                        <a:pt x="136" y="4348"/>
                        <a:pt x="90" y="4835"/>
                      </a:cubicBezTo>
                      <a:cubicBezTo>
                        <a:pt x="1" y="6347"/>
                        <a:pt x="90" y="7858"/>
                        <a:pt x="267" y="9416"/>
                      </a:cubicBezTo>
                      <a:cubicBezTo>
                        <a:pt x="403" y="10394"/>
                        <a:pt x="580" y="11415"/>
                        <a:pt x="847" y="12393"/>
                      </a:cubicBezTo>
                      <a:cubicBezTo>
                        <a:pt x="1203" y="13863"/>
                        <a:pt x="1736" y="15328"/>
                        <a:pt x="2402" y="16662"/>
                      </a:cubicBezTo>
                      <a:cubicBezTo>
                        <a:pt x="2892" y="17597"/>
                        <a:pt x="3380" y="18487"/>
                        <a:pt x="4002" y="19330"/>
                      </a:cubicBezTo>
                      <a:cubicBezTo>
                        <a:pt x="5738" y="21820"/>
                        <a:pt x="8050" y="23911"/>
                        <a:pt x="10761" y="25334"/>
                      </a:cubicBezTo>
                      <a:cubicBezTo>
                        <a:pt x="11074" y="25465"/>
                        <a:pt x="11429" y="25643"/>
                        <a:pt x="11739" y="25778"/>
                      </a:cubicBezTo>
                      <a:cubicBezTo>
                        <a:pt x="11917" y="25867"/>
                        <a:pt x="12141" y="25956"/>
                        <a:pt x="12319" y="25999"/>
                      </a:cubicBezTo>
                      <a:cubicBezTo>
                        <a:pt x="12450" y="26045"/>
                        <a:pt x="12585" y="26134"/>
                        <a:pt x="12674" y="26177"/>
                      </a:cubicBezTo>
                      <a:cubicBezTo>
                        <a:pt x="12941" y="26266"/>
                        <a:pt x="13250" y="26355"/>
                        <a:pt x="13517" y="26444"/>
                      </a:cubicBezTo>
                      <a:cubicBezTo>
                        <a:pt x="13563" y="26444"/>
                        <a:pt x="13606" y="26490"/>
                        <a:pt x="13606" y="26490"/>
                      </a:cubicBezTo>
                      <a:cubicBezTo>
                        <a:pt x="13962" y="26579"/>
                        <a:pt x="14275" y="26668"/>
                        <a:pt x="14584" y="26757"/>
                      </a:cubicBezTo>
                      <a:cubicBezTo>
                        <a:pt x="19255" y="28044"/>
                        <a:pt x="24590" y="28044"/>
                        <a:pt x="29303" y="28357"/>
                      </a:cubicBezTo>
                      <a:cubicBezTo>
                        <a:pt x="29748" y="26934"/>
                        <a:pt x="29303" y="24665"/>
                        <a:pt x="29702" y="23200"/>
                      </a:cubicBezTo>
                      <a:cubicBezTo>
                        <a:pt x="24857" y="23022"/>
                        <a:pt x="19877" y="22264"/>
                        <a:pt x="15875" y="19554"/>
                      </a:cubicBezTo>
                      <a:cubicBezTo>
                        <a:pt x="15698" y="19465"/>
                        <a:pt x="15474" y="19330"/>
                        <a:pt x="15342" y="19198"/>
                      </a:cubicBezTo>
                      <a:cubicBezTo>
                        <a:pt x="11251" y="16217"/>
                        <a:pt x="9384" y="11639"/>
                        <a:pt x="8406" y="6660"/>
                      </a:cubicBezTo>
                      <a:cubicBezTo>
                        <a:pt x="8093" y="5148"/>
                        <a:pt x="7737" y="3369"/>
                        <a:pt x="7026" y="1989"/>
                      </a:cubicBezTo>
                      <a:cubicBezTo>
                        <a:pt x="6421" y="819"/>
                        <a:pt x="4851" y="1"/>
                        <a:pt x="346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2302;p47">
                  <a:extLst>
                    <a:ext uri="{FF2B5EF4-FFF2-40B4-BE49-F238E27FC236}">
                      <a16:creationId xmlns:a16="http://schemas.microsoft.com/office/drawing/2014/main" id="{56B80386-A880-9679-E323-3388D1A1DCCC}"/>
                    </a:ext>
                  </a:extLst>
                </p:cNvPr>
                <p:cNvSpPr/>
                <p:nvPr/>
              </p:nvSpPr>
              <p:spPr>
                <a:xfrm flipH="1">
                  <a:off x="7431120" y="2856960"/>
                  <a:ext cx="148320" cy="253440"/>
                </a:xfrm>
                <a:custGeom>
                  <a:avLst/>
                  <a:gdLst>
                    <a:gd name="textAreaLeft" fmla="*/ 360 w 148320"/>
                    <a:gd name="textAreaRight" fmla="*/ 149040 w 148320"/>
                    <a:gd name="textAreaTop" fmla="*/ 0 h 253440"/>
                    <a:gd name="textAreaBottom" fmla="*/ 253800 h 253440"/>
                  </a:gdLst>
                  <a:ahLst/>
                  <a:cxnLst/>
                  <a:rect l="textAreaLeft" t="textAreaTop" r="textAreaRight" b="textAreaBottom"/>
                  <a:pathLst>
                    <a:path w="13073" h="22295">
                      <a:moveTo>
                        <a:pt x="6750" y="1"/>
                      </a:moveTo>
                      <a:cubicBezTo>
                        <a:pt x="6148" y="1"/>
                        <a:pt x="5520" y="108"/>
                        <a:pt x="4934" y="195"/>
                      </a:cubicBezTo>
                      <a:cubicBezTo>
                        <a:pt x="4002" y="373"/>
                        <a:pt x="3067" y="640"/>
                        <a:pt x="2266" y="1084"/>
                      </a:cubicBezTo>
                      <a:cubicBezTo>
                        <a:pt x="1466" y="1575"/>
                        <a:pt x="755" y="2287"/>
                        <a:pt x="399" y="3176"/>
                      </a:cubicBezTo>
                      <a:cubicBezTo>
                        <a:pt x="0" y="4108"/>
                        <a:pt x="43" y="5132"/>
                        <a:pt x="178" y="6110"/>
                      </a:cubicBezTo>
                      <a:cubicBezTo>
                        <a:pt x="310" y="7042"/>
                        <a:pt x="488" y="7932"/>
                        <a:pt x="979" y="8732"/>
                      </a:cubicBezTo>
                      <a:cubicBezTo>
                        <a:pt x="1779" y="10023"/>
                        <a:pt x="3202" y="10823"/>
                        <a:pt x="4667" y="11268"/>
                      </a:cubicBezTo>
                      <a:lnTo>
                        <a:pt x="4713" y="11268"/>
                      </a:lnTo>
                      <a:cubicBezTo>
                        <a:pt x="4713" y="11535"/>
                        <a:pt x="4756" y="11802"/>
                        <a:pt x="4802" y="12022"/>
                      </a:cubicBezTo>
                      <a:cubicBezTo>
                        <a:pt x="5158" y="15448"/>
                        <a:pt x="5158" y="18869"/>
                        <a:pt x="4845" y="22295"/>
                      </a:cubicBezTo>
                      <a:cubicBezTo>
                        <a:pt x="7470" y="21004"/>
                        <a:pt x="9693" y="20427"/>
                        <a:pt x="12361" y="19182"/>
                      </a:cubicBezTo>
                      <a:cubicBezTo>
                        <a:pt x="11337" y="18069"/>
                        <a:pt x="10625" y="16557"/>
                        <a:pt x="10181" y="15003"/>
                      </a:cubicBezTo>
                      <a:cubicBezTo>
                        <a:pt x="9871" y="13978"/>
                        <a:pt x="9647" y="12911"/>
                        <a:pt x="9515" y="11891"/>
                      </a:cubicBezTo>
                      <a:cubicBezTo>
                        <a:pt x="9469" y="11802"/>
                        <a:pt x="9469" y="11666"/>
                        <a:pt x="9469" y="11578"/>
                      </a:cubicBezTo>
                      <a:cubicBezTo>
                        <a:pt x="10405" y="11400"/>
                        <a:pt x="11294" y="11090"/>
                        <a:pt x="12137" y="10646"/>
                      </a:cubicBezTo>
                      <a:cubicBezTo>
                        <a:pt x="12450" y="10468"/>
                        <a:pt x="12759" y="10201"/>
                        <a:pt x="12937" y="9888"/>
                      </a:cubicBezTo>
                      <a:cubicBezTo>
                        <a:pt x="13072" y="9532"/>
                        <a:pt x="12983" y="9134"/>
                        <a:pt x="12848" y="8778"/>
                      </a:cubicBezTo>
                      <a:cubicBezTo>
                        <a:pt x="12717" y="8422"/>
                        <a:pt x="12670" y="8334"/>
                        <a:pt x="12582" y="7800"/>
                      </a:cubicBezTo>
                      <a:cubicBezTo>
                        <a:pt x="12404" y="6644"/>
                        <a:pt x="12450" y="6822"/>
                        <a:pt x="12272" y="6242"/>
                      </a:cubicBezTo>
                      <a:cubicBezTo>
                        <a:pt x="12048" y="5221"/>
                        <a:pt x="11827" y="4688"/>
                        <a:pt x="11294" y="4375"/>
                      </a:cubicBezTo>
                      <a:cubicBezTo>
                        <a:pt x="11070" y="4243"/>
                        <a:pt x="10938" y="4065"/>
                        <a:pt x="10803" y="3841"/>
                      </a:cubicBezTo>
                      <a:cubicBezTo>
                        <a:pt x="10714" y="3663"/>
                        <a:pt x="10536" y="3265"/>
                        <a:pt x="10494" y="3041"/>
                      </a:cubicBezTo>
                      <a:cubicBezTo>
                        <a:pt x="10269" y="1664"/>
                        <a:pt x="9736" y="1440"/>
                        <a:pt x="8491" y="508"/>
                      </a:cubicBezTo>
                      <a:cubicBezTo>
                        <a:pt x="7990" y="120"/>
                        <a:pt x="7384" y="1"/>
                        <a:pt x="6750" y="1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2303;p47">
                  <a:extLst>
                    <a:ext uri="{FF2B5EF4-FFF2-40B4-BE49-F238E27FC236}">
                      <a16:creationId xmlns:a16="http://schemas.microsoft.com/office/drawing/2014/main" id="{7E241423-565F-EB67-18CE-CBC2BE8CCCC2}"/>
                    </a:ext>
                  </a:extLst>
                </p:cNvPr>
                <p:cNvSpPr/>
                <p:nvPr/>
              </p:nvSpPr>
              <p:spPr>
                <a:xfrm flipH="1">
                  <a:off x="7462440" y="2825640"/>
                  <a:ext cx="185760" cy="548280"/>
                </a:xfrm>
                <a:custGeom>
                  <a:avLst/>
                  <a:gdLst>
                    <a:gd name="textAreaLeft" fmla="*/ 360 w 185760"/>
                    <a:gd name="textAreaRight" fmla="*/ 186480 w 185760"/>
                    <a:gd name="textAreaTop" fmla="*/ 0 h 548280"/>
                    <a:gd name="textAreaBottom" fmla="*/ 548640 h 548280"/>
                  </a:gdLst>
                  <a:ahLst/>
                  <a:cxnLst/>
                  <a:rect l="textAreaLeft" t="textAreaTop" r="textAreaRight" b="textAreaBottom"/>
                  <a:pathLst>
                    <a:path w="16363" h="48215">
                      <a:moveTo>
                        <a:pt x="14229" y="1"/>
                      </a:moveTo>
                      <a:cubicBezTo>
                        <a:pt x="11337" y="1203"/>
                        <a:pt x="9380" y="1914"/>
                        <a:pt x="6446" y="3113"/>
                      </a:cubicBezTo>
                      <a:cubicBezTo>
                        <a:pt x="5823" y="3380"/>
                        <a:pt x="5112" y="3693"/>
                        <a:pt x="4578" y="4091"/>
                      </a:cubicBezTo>
                      <a:cubicBezTo>
                        <a:pt x="4578" y="4091"/>
                        <a:pt x="4134" y="4358"/>
                        <a:pt x="4045" y="4536"/>
                      </a:cubicBezTo>
                      <a:cubicBezTo>
                        <a:pt x="3245" y="5425"/>
                        <a:pt x="2935" y="6670"/>
                        <a:pt x="3024" y="7872"/>
                      </a:cubicBezTo>
                      <a:cubicBezTo>
                        <a:pt x="2757" y="9206"/>
                        <a:pt x="2668" y="10540"/>
                        <a:pt x="2757" y="11917"/>
                      </a:cubicBezTo>
                      <a:cubicBezTo>
                        <a:pt x="2889" y="14673"/>
                        <a:pt x="3778" y="17430"/>
                        <a:pt x="3600" y="20187"/>
                      </a:cubicBezTo>
                      <a:cubicBezTo>
                        <a:pt x="3422" y="23167"/>
                        <a:pt x="2046" y="25878"/>
                        <a:pt x="1246" y="28723"/>
                      </a:cubicBezTo>
                      <a:cubicBezTo>
                        <a:pt x="132" y="32547"/>
                        <a:pt x="1" y="36595"/>
                        <a:pt x="844" y="40508"/>
                      </a:cubicBezTo>
                      <a:cubicBezTo>
                        <a:pt x="1377" y="42774"/>
                        <a:pt x="2313" y="45086"/>
                        <a:pt x="4180" y="46466"/>
                      </a:cubicBezTo>
                      <a:cubicBezTo>
                        <a:pt x="5823" y="47622"/>
                        <a:pt x="7869" y="47888"/>
                        <a:pt x="9825" y="48155"/>
                      </a:cubicBezTo>
                      <a:cubicBezTo>
                        <a:pt x="10181" y="48185"/>
                        <a:pt x="10556" y="48215"/>
                        <a:pt x="10927" y="48215"/>
                      </a:cubicBezTo>
                      <a:cubicBezTo>
                        <a:pt x="11668" y="48215"/>
                        <a:pt x="12390" y="48096"/>
                        <a:pt x="12895" y="47622"/>
                      </a:cubicBezTo>
                      <a:cubicBezTo>
                        <a:pt x="13250" y="47309"/>
                        <a:pt x="13471" y="46864"/>
                        <a:pt x="13649" y="46419"/>
                      </a:cubicBezTo>
                      <a:cubicBezTo>
                        <a:pt x="16050" y="40774"/>
                        <a:pt x="16363" y="34283"/>
                        <a:pt x="14538" y="28414"/>
                      </a:cubicBezTo>
                      <a:cubicBezTo>
                        <a:pt x="13695" y="25700"/>
                        <a:pt x="12404" y="22854"/>
                        <a:pt x="13250" y="20187"/>
                      </a:cubicBezTo>
                      <a:cubicBezTo>
                        <a:pt x="13784" y="18586"/>
                        <a:pt x="15072" y="17209"/>
                        <a:pt x="15207" y="15520"/>
                      </a:cubicBezTo>
                      <a:cubicBezTo>
                        <a:pt x="15338" y="13919"/>
                        <a:pt x="14406" y="12407"/>
                        <a:pt x="13428" y="11074"/>
                      </a:cubicBezTo>
                      <a:lnTo>
                        <a:pt x="13026" y="10540"/>
                      </a:lnTo>
                      <a:cubicBezTo>
                        <a:pt x="13204" y="10362"/>
                        <a:pt x="13428" y="10138"/>
                        <a:pt x="13560" y="9918"/>
                      </a:cubicBezTo>
                      <a:cubicBezTo>
                        <a:pt x="15249" y="7737"/>
                        <a:pt x="16007" y="4849"/>
                        <a:pt x="15385" y="2181"/>
                      </a:cubicBezTo>
                      <a:cubicBezTo>
                        <a:pt x="15160" y="1292"/>
                        <a:pt x="15427" y="1601"/>
                        <a:pt x="142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2304;p47">
                  <a:extLst>
                    <a:ext uri="{FF2B5EF4-FFF2-40B4-BE49-F238E27FC236}">
                      <a16:creationId xmlns:a16="http://schemas.microsoft.com/office/drawing/2014/main" id="{E7E95BDA-4BFB-8BE2-E474-28C267239C70}"/>
                    </a:ext>
                  </a:extLst>
                </p:cNvPr>
                <p:cNvSpPr/>
                <p:nvPr/>
              </p:nvSpPr>
              <p:spPr>
                <a:xfrm flipH="1">
                  <a:off x="7299720" y="3436920"/>
                  <a:ext cx="372600" cy="834120"/>
                </a:xfrm>
                <a:custGeom>
                  <a:avLst/>
                  <a:gdLst>
                    <a:gd name="textAreaLeft" fmla="*/ -360 w 372600"/>
                    <a:gd name="textAreaRight" fmla="*/ 372600 w 372600"/>
                    <a:gd name="textAreaTop" fmla="*/ 0 h 834120"/>
                    <a:gd name="textAreaBottom" fmla="*/ 834480 h 834120"/>
                  </a:gdLst>
                  <a:ahLst/>
                  <a:cxnLst/>
                  <a:rect l="textAreaLeft" t="textAreaTop" r="textAreaRight" b="textAreaBottom"/>
                  <a:pathLst>
                    <a:path w="32771" h="73321">
                      <a:moveTo>
                        <a:pt x="9828" y="0"/>
                      </a:moveTo>
                      <a:cubicBezTo>
                        <a:pt x="9871" y="534"/>
                        <a:pt x="9782" y="1203"/>
                        <a:pt x="9604" y="2003"/>
                      </a:cubicBezTo>
                      <a:lnTo>
                        <a:pt x="7872" y="2003"/>
                      </a:lnTo>
                      <a:cubicBezTo>
                        <a:pt x="7783" y="2181"/>
                        <a:pt x="7737" y="2359"/>
                        <a:pt x="7648" y="2490"/>
                      </a:cubicBezTo>
                      <a:cubicBezTo>
                        <a:pt x="7470" y="2981"/>
                        <a:pt x="7338" y="3426"/>
                        <a:pt x="7203" y="3913"/>
                      </a:cubicBezTo>
                      <a:cubicBezTo>
                        <a:pt x="7025" y="4447"/>
                        <a:pt x="6936" y="4980"/>
                        <a:pt x="6805" y="5514"/>
                      </a:cubicBezTo>
                      <a:cubicBezTo>
                        <a:pt x="6271" y="8715"/>
                        <a:pt x="6449" y="12005"/>
                        <a:pt x="7160" y="15164"/>
                      </a:cubicBezTo>
                      <a:cubicBezTo>
                        <a:pt x="7516" y="34816"/>
                        <a:pt x="5382" y="51399"/>
                        <a:pt x="0" y="70962"/>
                      </a:cubicBezTo>
                      <a:cubicBezTo>
                        <a:pt x="1647" y="72520"/>
                        <a:pt x="3646" y="72787"/>
                        <a:pt x="5560" y="73097"/>
                      </a:cubicBezTo>
                      <a:cubicBezTo>
                        <a:pt x="6004" y="73143"/>
                        <a:pt x="6449" y="73232"/>
                        <a:pt x="6847" y="73321"/>
                      </a:cubicBezTo>
                      <a:cubicBezTo>
                        <a:pt x="7961" y="70031"/>
                        <a:pt x="9117" y="66694"/>
                        <a:pt x="10273" y="63361"/>
                      </a:cubicBezTo>
                      <a:cubicBezTo>
                        <a:pt x="11073" y="61092"/>
                        <a:pt x="11873" y="58869"/>
                        <a:pt x="12627" y="56603"/>
                      </a:cubicBezTo>
                      <a:cubicBezTo>
                        <a:pt x="13029" y="55447"/>
                        <a:pt x="13428" y="54333"/>
                        <a:pt x="13830" y="53177"/>
                      </a:cubicBezTo>
                      <a:cubicBezTo>
                        <a:pt x="14986" y="49798"/>
                        <a:pt x="16142" y="46330"/>
                        <a:pt x="17209" y="42908"/>
                      </a:cubicBezTo>
                      <a:cubicBezTo>
                        <a:pt x="17429" y="42151"/>
                        <a:pt x="17653" y="41439"/>
                        <a:pt x="17874" y="40685"/>
                      </a:cubicBezTo>
                      <a:cubicBezTo>
                        <a:pt x="18319" y="42773"/>
                        <a:pt x="18674" y="45085"/>
                        <a:pt x="19208" y="47575"/>
                      </a:cubicBezTo>
                      <a:cubicBezTo>
                        <a:pt x="19254" y="47842"/>
                        <a:pt x="19297" y="48066"/>
                        <a:pt x="19386" y="48333"/>
                      </a:cubicBezTo>
                      <a:cubicBezTo>
                        <a:pt x="21299" y="56603"/>
                        <a:pt x="24899" y="63806"/>
                        <a:pt x="25344" y="72431"/>
                      </a:cubicBezTo>
                      <a:cubicBezTo>
                        <a:pt x="27385" y="71682"/>
                        <a:pt x="30086" y="71089"/>
                        <a:pt x="32319" y="71089"/>
                      </a:cubicBezTo>
                      <a:cubicBezTo>
                        <a:pt x="32472" y="71089"/>
                        <a:pt x="32623" y="71092"/>
                        <a:pt x="32771" y="71098"/>
                      </a:cubicBezTo>
                      <a:cubicBezTo>
                        <a:pt x="31437" y="65894"/>
                        <a:pt x="30548" y="60825"/>
                        <a:pt x="29790" y="55845"/>
                      </a:cubicBezTo>
                      <a:cubicBezTo>
                        <a:pt x="29701" y="55134"/>
                        <a:pt x="29569" y="54469"/>
                        <a:pt x="29480" y="53757"/>
                      </a:cubicBezTo>
                      <a:cubicBezTo>
                        <a:pt x="28769" y="48777"/>
                        <a:pt x="28236" y="43840"/>
                        <a:pt x="27613" y="38861"/>
                      </a:cubicBezTo>
                      <a:cubicBezTo>
                        <a:pt x="27524" y="38149"/>
                        <a:pt x="27435" y="37438"/>
                        <a:pt x="27346" y="36684"/>
                      </a:cubicBezTo>
                      <a:cubicBezTo>
                        <a:pt x="26813" y="32547"/>
                        <a:pt x="25966" y="28325"/>
                        <a:pt x="25301" y="23967"/>
                      </a:cubicBezTo>
                      <a:cubicBezTo>
                        <a:pt x="25077" y="22545"/>
                        <a:pt x="24856" y="21076"/>
                        <a:pt x="24679" y="19610"/>
                      </a:cubicBezTo>
                      <a:cubicBezTo>
                        <a:pt x="24543" y="18632"/>
                        <a:pt x="24454" y="17654"/>
                        <a:pt x="24366" y="16676"/>
                      </a:cubicBezTo>
                      <a:cubicBezTo>
                        <a:pt x="24323" y="15697"/>
                        <a:pt x="24234" y="14719"/>
                        <a:pt x="24234" y="13741"/>
                      </a:cubicBezTo>
                      <a:cubicBezTo>
                        <a:pt x="24099" y="9828"/>
                        <a:pt x="24010" y="5827"/>
                        <a:pt x="23298" y="2003"/>
                      </a:cubicBezTo>
                      <a:lnTo>
                        <a:pt x="23121" y="2003"/>
                      </a:lnTo>
                      <a:cubicBezTo>
                        <a:pt x="23078" y="1779"/>
                        <a:pt x="23078" y="1601"/>
                        <a:pt x="23078" y="1380"/>
                      </a:cubicBezTo>
                      <a:lnTo>
                        <a:pt x="21965" y="1245"/>
                      </a:lnTo>
                      <a:lnTo>
                        <a:pt x="982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2305;p47">
                  <a:extLst>
                    <a:ext uri="{FF2B5EF4-FFF2-40B4-BE49-F238E27FC236}">
                      <a16:creationId xmlns:a16="http://schemas.microsoft.com/office/drawing/2014/main" id="{86C7DA18-C761-C6DA-9785-BE7FB467BB2C}"/>
                    </a:ext>
                  </a:extLst>
                </p:cNvPr>
                <p:cNvSpPr/>
                <p:nvPr/>
              </p:nvSpPr>
              <p:spPr>
                <a:xfrm flipH="1">
                  <a:off x="7039800" y="2857320"/>
                  <a:ext cx="23400" cy="42480"/>
                </a:xfrm>
                <a:custGeom>
                  <a:avLst/>
                  <a:gdLst>
                    <a:gd name="textAreaLeft" fmla="*/ -360 w 23400"/>
                    <a:gd name="textAreaRight" fmla="*/ 23400 w 23400"/>
                    <a:gd name="textAreaTop" fmla="*/ 0 h 42480"/>
                    <a:gd name="textAreaBottom" fmla="*/ 42840 h 42480"/>
                  </a:gdLst>
                  <a:ahLst/>
                  <a:cxnLst/>
                  <a:rect l="textAreaLeft" t="textAreaTop" r="textAreaRight" b="textAreaBottom"/>
                  <a:pathLst>
                    <a:path w="2093" h="3760">
                      <a:moveTo>
                        <a:pt x="1783" y="0"/>
                      </a:moveTo>
                      <a:cubicBezTo>
                        <a:pt x="1668" y="0"/>
                        <a:pt x="1537" y="57"/>
                        <a:pt x="1424" y="113"/>
                      </a:cubicBezTo>
                      <a:lnTo>
                        <a:pt x="357" y="779"/>
                      </a:lnTo>
                      <a:cubicBezTo>
                        <a:pt x="268" y="1668"/>
                        <a:pt x="1" y="2913"/>
                        <a:pt x="314" y="3759"/>
                      </a:cubicBezTo>
                      <a:cubicBezTo>
                        <a:pt x="534" y="2646"/>
                        <a:pt x="1068" y="1579"/>
                        <a:pt x="1826" y="736"/>
                      </a:cubicBezTo>
                      <a:cubicBezTo>
                        <a:pt x="1915" y="601"/>
                        <a:pt x="2003" y="512"/>
                        <a:pt x="2046" y="423"/>
                      </a:cubicBezTo>
                      <a:cubicBezTo>
                        <a:pt x="2092" y="291"/>
                        <a:pt x="2092" y="113"/>
                        <a:pt x="1957" y="67"/>
                      </a:cubicBezTo>
                      <a:cubicBezTo>
                        <a:pt x="1909" y="19"/>
                        <a:pt x="1849" y="0"/>
                        <a:pt x="1783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1240" bIns="212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2306;p47">
                  <a:extLst>
                    <a:ext uri="{FF2B5EF4-FFF2-40B4-BE49-F238E27FC236}">
                      <a16:creationId xmlns:a16="http://schemas.microsoft.com/office/drawing/2014/main" id="{52CD9DB6-4E83-F464-6635-D4463176F511}"/>
                    </a:ext>
                  </a:extLst>
                </p:cNvPr>
                <p:cNvSpPr/>
                <p:nvPr/>
              </p:nvSpPr>
              <p:spPr>
                <a:xfrm flipH="1">
                  <a:off x="7032240" y="2814480"/>
                  <a:ext cx="44280" cy="74520"/>
                </a:xfrm>
                <a:custGeom>
                  <a:avLst/>
                  <a:gdLst>
                    <a:gd name="textAreaLeft" fmla="*/ -360 w 44280"/>
                    <a:gd name="textAreaRight" fmla="*/ 44280 w 44280"/>
                    <a:gd name="textAreaTop" fmla="*/ 0 h 74520"/>
                    <a:gd name="textAreaBottom" fmla="*/ 74880 h 74520"/>
                  </a:gdLst>
                  <a:ahLst/>
                  <a:cxnLst/>
                  <a:rect l="textAreaLeft" t="textAreaTop" r="textAreaRight" b="textAreaBottom"/>
                  <a:pathLst>
                    <a:path w="3914" h="6585">
                      <a:moveTo>
                        <a:pt x="3515" y="0"/>
                      </a:moveTo>
                      <a:lnTo>
                        <a:pt x="3515" y="0"/>
                      </a:lnTo>
                      <a:cubicBezTo>
                        <a:pt x="3071" y="712"/>
                        <a:pt x="2491" y="1334"/>
                        <a:pt x="1957" y="1957"/>
                      </a:cubicBezTo>
                      <a:cubicBezTo>
                        <a:pt x="1381" y="2537"/>
                        <a:pt x="801" y="3202"/>
                        <a:pt x="445" y="3959"/>
                      </a:cubicBezTo>
                      <a:cubicBezTo>
                        <a:pt x="90" y="4713"/>
                        <a:pt x="1" y="5603"/>
                        <a:pt x="314" y="6360"/>
                      </a:cubicBezTo>
                      <a:cubicBezTo>
                        <a:pt x="357" y="6449"/>
                        <a:pt x="357" y="6492"/>
                        <a:pt x="445" y="6538"/>
                      </a:cubicBezTo>
                      <a:cubicBezTo>
                        <a:pt x="477" y="6569"/>
                        <a:pt x="525" y="6584"/>
                        <a:pt x="578" y="6584"/>
                      </a:cubicBezTo>
                      <a:cubicBezTo>
                        <a:pt x="675" y="6584"/>
                        <a:pt x="790" y="6535"/>
                        <a:pt x="847" y="6449"/>
                      </a:cubicBezTo>
                      <a:cubicBezTo>
                        <a:pt x="936" y="6314"/>
                        <a:pt x="979" y="6136"/>
                        <a:pt x="1025" y="6005"/>
                      </a:cubicBezTo>
                      <a:cubicBezTo>
                        <a:pt x="1246" y="4713"/>
                        <a:pt x="1914" y="3515"/>
                        <a:pt x="2669" y="2448"/>
                      </a:cubicBezTo>
                      <a:cubicBezTo>
                        <a:pt x="2935" y="2092"/>
                        <a:pt x="3202" y="1736"/>
                        <a:pt x="3380" y="1334"/>
                      </a:cubicBezTo>
                      <a:cubicBezTo>
                        <a:pt x="3558" y="890"/>
                        <a:pt x="3914" y="313"/>
                        <a:pt x="3515" y="0"/>
                      </a:cubicBezTo>
                      <a:close/>
                    </a:path>
                  </a:pathLst>
                </a:custGeom>
                <a:solidFill>
                  <a:srgbClr val="94735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440" bIns="37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2307;p47">
                  <a:extLst>
                    <a:ext uri="{FF2B5EF4-FFF2-40B4-BE49-F238E27FC236}">
                      <a16:creationId xmlns:a16="http://schemas.microsoft.com/office/drawing/2014/main" id="{C7F2E194-D3C3-D36E-075B-1974B57942E9}"/>
                    </a:ext>
                  </a:extLst>
                </p:cNvPr>
                <p:cNvSpPr/>
                <p:nvPr/>
              </p:nvSpPr>
              <p:spPr>
                <a:xfrm flipH="1">
                  <a:off x="7038000" y="2801520"/>
                  <a:ext cx="182160" cy="196560"/>
                </a:xfrm>
                <a:custGeom>
                  <a:avLst/>
                  <a:gdLst>
                    <a:gd name="textAreaLeft" fmla="*/ 360 w 182160"/>
                    <a:gd name="textAreaRight" fmla="*/ 182880 w 182160"/>
                    <a:gd name="textAreaTop" fmla="*/ 0 h 196560"/>
                    <a:gd name="textAreaBottom" fmla="*/ 196920 h 196560"/>
                  </a:gdLst>
                  <a:ahLst/>
                  <a:cxnLst/>
                  <a:rect l="textAreaLeft" t="textAreaTop" r="textAreaRight" b="textAreaBottom"/>
                  <a:pathLst>
                    <a:path w="16050" h="17299">
                      <a:moveTo>
                        <a:pt x="15250" y="0"/>
                      </a:moveTo>
                      <a:lnTo>
                        <a:pt x="15250" y="0"/>
                      </a:lnTo>
                      <a:cubicBezTo>
                        <a:pt x="13649" y="2359"/>
                        <a:pt x="12226" y="6538"/>
                        <a:pt x="8847" y="8537"/>
                      </a:cubicBezTo>
                      <a:cubicBezTo>
                        <a:pt x="6980" y="9604"/>
                        <a:pt x="4223" y="10629"/>
                        <a:pt x="2402" y="11738"/>
                      </a:cubicBezTo>
                      <a:cubicBezTo>
                        <a:pt x="534" y="12895"/>
                        <a:pt x="90" y="15118"/>
                        <a:pt x="1" y="17298"/>
                      </a:cubicBezTo>
                      <a:cubicBezTo>
                        <a:pt x="2622" y="16985"/>
                        <a:pt x="4756" y="15164"/>
                        <a:pt x="6802" y="13517"/>
                      </a:cubicBezTo>
                      <a:cubicBezTo>
                        <a:pt x="8491" y="12183"/>
                        <a:pt x="10359" y="10895"/>
                        <a:pt x="12450" y="10582"/>
                      </a:cubicBezTo>
                      <a:cubicBezTo>
                        <a:pt x="13339" y="10405"/>
                        <a:pt x="14140" y="9782"/>
                        <a:pt x="14318" y="8893"/>
                      </a:cubicBezTo>
                      <a:cubicBezTo>
                        <a:pt x="14805" y="6492"/>
                        <a:pt x="14318" y="5781"/>
                        <a:pt x="14627" y="3781"/>
                      </a:cubicBezTo>
                      <a:cubicBezTo>
                        <a:pt x="14805" y="2359"/>
                        <a:pt x="16050" y="313"/>
                        <a:pt x="15250" y="0"/>
                      </a:cubicBezTo>
                      <a:close/>
                    </a:path>
                  </a:pathLst>
                </a:custGeom>
                <a:solidFill>
                  <a:srgbClr val="A77A6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" name="Google Shape;2308;p47">
                  <a:extLst>
                    <a:ext uri="{FF2B5EF4-FFF2-40B4-BE49-F238E27FC236}">
                      <a16:creationId xmlns:a16="http://schemas.microsoft.com/office/drawing/2014/main" id="{7CF46CBC-6006-9A96-1389-80686658604C}"/>
                    </a:ext>
                  </a:extLst>
                </p:cNvPr>
                <p:cNvSpPr/>
                <p:nvPr/>
              </p:nvSpPr>
              <p:spPr>
                <a:xfrm flipH="1">
                  <a:off x="7126920" y="2909520"/>
                  <a:ext cx="470880" cy="612720"/>
                </a:xfrm>
                <a:custGeom>
                  <a:avLst/>
                  <a:gdLst>
                    <a:gd name="textAreaLeft" fmla="*/ 360 w 470880"/>
                    <a:gd name="textAreaRight" fmla="*/ 471600 w 470880"/>
                    <a:gd name="textAreaTop" fmla="*/ 0 h 612720"/>
                    <a:gd name="textAreaBottom" fmla="*/ 613080 h 612720"/>
                  </a:gdLst>
                  <a:ahLst/>
                  <a:cxnLst/>
                  <a:rect l="textAreaLeft" t="textAreaTop" r="textAreaRight" b="textAreaBottom"/>
                  <a:pathLst>
                    <a:path w="41394" h="53875">
                      <a:moveTo>
                        <a:pt x="39217" y="0"/>
                      </a:moveTo>
                      <a:cubicBezTo>
                        <a:pt x="32014" y="3693"/>
                        <a:pt x="24498" y="6848"/>
                        <a:pt x="16850" y="9426"/>
                      </a:cubicBezTo>
                      <a:cubicBezTo>
                        <a:pt x="14318" y="10316"/>
                        <a:pt x="11739" y="11116"/>
                        <a:pt x="9160" y="11827"/>
                      </a:cubicBezTo>
                      <a:cubicBezTo>
                        <a:pt x="8449" y="12051"/>
                        <a:pt x="7691" y="12272"/>
                        <a:pt x="6980" y="12585"/>
                      </a:cubicBezTo>
                      <a:lnTo>
                        <a:pt x="6891" y="12585"/>
                      </a:lnTo>
                      <a:cubicBezTo>
                        <a:pt x="5468" y="12763"/>
                        <a:pt x="4045" y="13072"/>
                        <a:pt x="3202" y="14097"/>
                      </a:cubicBezTo>
                      <a:cubicBezTo>
                        <a:pt x="2178" y="15295"/>
                        <a:pt x="2402" y="17031"/>
                        <a:pt x="2669" y="18586"/>
                      </a:cubicBezTo>
                      <a:cubicBezTo>
                        <a:pt x="3647" y="23921"/>
                        <a:pt x="4625" y="29303"/>
                        <a:pt x="4490" y="34681"/>
                      </a:cubicBezTo>
                      <a:cubicBezTo>
                        <a:pt x="4401" y="40106"/>
                        <a:pt x="3113" y="45619"/>
                        <a:pt x="1" y="50154"/>
                      </a:cubicBezTo>
                      <a:cubicBezTo>
                        <a:pt x="3436" y="51990"/>
                        <a:pt x="7948" y="53875"/>
                        <a:pt x="12599" y="53875"/>
                      </a:cubicBezTo>
                      <a:cubicBezTo>
                        <a:pt x="14146" y="53875"/>
                        <a:pt x="15709" y="53666"/>
                        <a:pt x="17252" y="53178"/>
                      </a:cubicBezTo>
                      <a:cubicBezTo>
                        <a:pt x="17608" y="53089"/>
                        <a:pt x="17964" y="52957"/>
                        <a:pt x="18273" y="52822"/>
                      </a:cubicBezTo>
                      <a:lnTo>
                        <a:pt x="18319" y="52822"/>
                      </a:lnTo>
                      <a:cubicBezTo>
                        <a:pt x="18141" y="47664"/>
                        <a:pt x="17651" y="44331"/>
                        <a:pt x="17651" y="41397"/>
                      </a:cubicBezTo>
                      <a:lnTo>
                        <a:pt x="17651" y="40863"/>
                      </a:lnTo>
                      <a:cubicBezTo>
                        <a:pt x="17651" y="40550"/>
                        <a:pt x="17697" y="40194"/>
                        <a:pt x="17697" y="39885"/>
                      </a:cubicBezTo>
                      <a:cubicBezTo>
                        <a:pt x="17697" y="39707"/>
                        <a:pt x="17740" y="39529"/>
                        <a:pt x="17740" y="39394"/>
                      </a:cubicBezTo>
                      <a:cubicBezTo>
                        <a:pt x="17786" y="38772"/>
                        <a:pt x="17875" y="38149"/>
                        <a:pt x="18006" y="37527"/>
                      </a:cubicBezTo>
                      <a:cubicBezTo>
                        <a:pt x="18006" y="37438"/>
                        <a:pt x="18053" y="37395"/>
                        <a:pt x="18053" y="37349"/>
                      </a:cubicBezTo>
                      <a:cubicBezTo>
                        <a:pt x="18319" y="36193"/>
                        <a:pt x="18675" y="35037"/>
                        <a:pt x="19251" y="33792"/>
                      </a:cubicBezTo>
                      <a:cubicBezTo>
                        <a:pt x="19607" y="32992"/>
                        <a:pt x="20009" y="32237"/>
                        <a:pt x="20318" y="31437"/>
                      </a:cubicBezTo>
                      <a:cubicBezTo>
                        <a:pt x="20941" y="30103"/>
                        <a:pt x="21385" y="28723"/>
                        <a:pt x="21343" y="27300"/>
                      </a:cubicBezTo>
                      <a:cubicBezTo>
                        <a:pt x="21297" y="26055"/>
                        <a:pt x="20898" y="24857"/>
                        <a:pt x="20276" y="23701"/>
                      </a:cubicBezTo>
                      <a:lnTo>
                        <a:pt x="19874" y="23032"/>
                      </a:lnTo>
                      <a:cubicBezTo>
                        <a:pt x="19340" y="22143"/>
                        <a:pt x="18764" y="21253"/>
                        <a:pt x="18184" y="20364"/>
                      </a:cubicBezTo>
                      <a:cubicBezTo>
                        <a:pt x="17875" y="19920"/>
                        <a:pt x="17608" y="19475"/>
                        <a:pt x="17341" y="18988"/>
                      </a:cubicBezTo>
                      <a:cubicBezTo>
                        <a:pt x="17341" y="18988"/>
                        <a:pt x="17341" y="18941"/>
                        <a:pt x="17295" y="18941"/>
                      </a:cubicBezTo>
                      <a:cubicBezTo>
                        <a:pt x="25921" y="14719"/>
                        <a:pt x="34148" y="9693"/>
                        <a:pt x="41394" y="3468"/>
                      </a:cubicBezTo>
                      <a:cubicBezTo>
                        <a:pt x="40639" y="2803"/>
                        <a:pt x="39839" y="1245"/>
                        <a:pt x="39348" y="224"/>
                      </a:cubicBezTo>
                      <a:cubicBezTo>
                        <a:pt x="39306" y="178"/>
                        <a:pt x="39259" y="89"/>
                        <a:pt x="392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8" name="Google Shape;2309;p47">
                <a:extLst>
                  <a:ext uri="{FF2B5EF4-FFF2-40B4-BE49-F238E27FC236}">
                    <a16:creationId xmlns:a16="http://schemas.microsoft.com/office/drawing/2014/main" id="{42897BC4-0231-B8D0-8D28-58B2807E2917}"/>
                  </a:ext>
                </a:extLst>
              </p:cNvPr>
              <p:cNvSpPr/>
              <p:nvPr/>
            </p:nvSpPr>
            <p:spPr>
              <a:xfrm>
                <a:off x="6081480" y="2097720"/>
                <a:ext cx="927000" cy="927000"/>
              </a:xfrm>
              <a:prstGeom prst="ellipse">
                <a:avLst/>
              </a:prstGeom>
              <a:solidFill>
                <a:srgbClr val="E96D5F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" name="Google Shape;2310;p47">
              <a:extLst>
                <a:ext uri="{FF2B5EF4-FFF2-40B4-BE49-F238E27FC236}">
                  <a16:creationId xmlns:a16="http://schemas.microsoft.com/office/drawing/2014/main" id="{EEF835C2-7EA8-6AB8-0773-52F14D432073}"/>
                </a:ext>
              </a:extLst>
            </p:cNvPr>
            <p:cNvGrpSpPr/>
            <p:nvPr/>
          </p:nvGrpSpPr>
          <p:grpSpPr>
            <a:xfrm>
              <a:off x="7656480" y="1810800"/>
              <a:ext cx="305640" cy="305280"/>
              <a:chOff x="7656480" y="1810800"/>
              <a:chExt cx="305640" cy="305280"/>
            </a:xfrm>
          </p:grpSpPr>
          <p:sp>
            <p:nvSpPr>
              <p:cNvPr id="14" name="Google Shape;2311;p47">
                <a:extLst>
                  <a:ext uri="{FF2B5EF4-FFF2-40B4-BE49-F238E27FC236}">
                    <a16:creationId xmlns:a16="http://schemas.microsoft.com/office/drawing/2014/main" id="{55D005E9-62CD-4626-24C6-14D644546687}"/>
                  </a:ext>
                </a:extLst>
              </p:cNvPr>
              <p:cNvSpPr/>
              <p:nvPr/>
            </p:nvSpPr>
            <p:spPr>
              <a:xfrm>
                <a:off x="7656480" y="1810800"/>
                <a:ext cx="305640" cy="305280"/>
              </a:xfrm>
              <a:custGeom>
                <a:avLst/>
                <a:gdLst>
                  <a:gd name="textAreaLeft" fmla="*/ 0 w 305640"/>
                  <a:gd name="textAreaRight" fmla="*/ 306000 w 30564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3026" h="3025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2312;p47">
                <a:extLst>
                  <a:ext uri="{FF2B5EF4-FFF2-40B4-BE49-F238E27FC236}">
                    <a16:creationId xmlns:a16="http://schemas.microsoft.com/office/drawing/2014/main" id="{5C5E780B-B476-5CD7-1438-F3AC36AE775B}"/>
                  </a:ext>
                </a:extLst>
              </p:cNvPr>
              <p:cNvSpPr/>
              <p:nvPr/>
            </p:nvSpPr>
            <p:spPr>
              <a:xfrm>
                <a:off x="7687800" y="1841760"/>
                <a:ext cx="243360" cy="243360"/>
              </a:xfrm>
              <a:custGeom>
                <a:avLst/>
                <a:gdLst>
                  <a:gd name="textAreaLeft" fmla="*/ 0 w 243360"/>
                  <a:gd name="textAreaRight" fmla="*/ 243720 w 24336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2266" h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313;p47">
                <a:extLst>
                  <a:ext uri="{FF2B5EF4-FFF2-40B4-BE49-F238E27FC236}">
                    <a16:creationId xmlns:a16="http://schemas.microsoft.com/office/drawing/2014/main" id="{2A48E920-3755-2252-5B5D-4A11F1D2C4BF}"/>
                  </a:ext>
                </a:extLst>
              </p:cNvPr>
              <p:cNvSpPr/>
              <p:nvPr/>
            </p:nvSpPr>
            <p:spPr>
              <a:xfrm>
                <a:off x="7741080" y="1849320"/>
                <a:ext cx="136800" cy="22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1300" b="1" u="none" strike="noStrike">
                    <a:solidFill>
                      <a:schemeClr val="accent2"/>
                    </a:solidFill>
                    <a:effectLst/>
                    <a:uFillTx/>
                    <a:latin typeface="Jost"/>
                    <a:ea typeface="Jost"/>
                  </a:rPr>
                  <a:t>$</a:t>
                </a:r>
                <a:endParaRPr lang="en-US" sz="13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" name="Google Shape;2314;p47">
              <a:extLst>
                <a:ext uri="{FF2B5EF4-FFF2-40B4-BE49-F238E27FC236}">
                  <a16:creationId xmlns:a16="http://schemas.microsoft.com/office/drawing/2014/main" id="{4ADC2EAF-71FE-7B75-258A-73069C6BB265}"/>
                </a:ext>
              </a:extLst>
            </p:cNvPr>
            <p:cNvGrpSpPr/>
            <p:nvPr/>
          </p:nvGrpSpPr>
          <p:grpSpPr>
            <a:xfrm>
              <a:off x="7360920" y="2045880"/>
              <a:ext cx="305640" cy="305280"/>
              <a:chOff x="7360920" y="2045880"/>
              <a:chExt cx="305640" cy="305280"/>
            </a:xfrm>
          </p:grpSpPr>
          <p:sp>
            <p:nvSpPr>
              <p:cNvPr id="11" name="Google Shape;2315;p47">
                <a:extLst>
                  <a:ext uri="{FF2B5EF4-FFF2-40B4-BE49-F238E27FC236}">
                    <a16:creationId xmlns:a16="http://schemas.microsoft.com/office/drawing/2014/main" id="{0C91CFA4-8009-CF85-8A9A-BE6168D86581}"/>
                  </a:ext>
                </a:extLst>
              </p:cNvPr>
              <p:cNvSpPr/>
              <p:nvPr/>
            </p:nvSpPr>
            <p:spPr>
              <a:xfrm>
                <a:off x="7360920" y="2045880"/>
                <a:ext cx="305640" cy="305280"/>
              </a:xfrm>
              <a:custGeom>
                <a:avLst/>
                <a:gdLst>
                  <a:gd name="textAreaLeft" fmla="*/ 0 w 305640"/>
                  <a:gd name="textAreaRight" fmla="*/ 306000 w 305640"/>
                  <a:gd name="textAreaTop" fmla="*/ 0 h 305280"/>
                  <a:gd name="textAreaBottom" fmla="*/ 305640 h 305280"/>
                </a:gdLst>
                <a:ahLst/>
                <a:cxnLst/>
                <a:rect l="textAreaLeft" t="textAreaTop" r="textAreaRight" b="textAreaBottom"/>
                <a:pathLst>
                  <a:path w="3026" h="3025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2316;p47">
                <a:extLst>
                  <a:ext uri="{FF2B5EF4-FFF2-40B4-BE49-F238E27FC236}">
                    <a16:creationId xmlns:a16="http://schemas.microsoft.com/office/drawing/2014/main" id="{A1E9F5FC-2435-AFFC-A146-2B207D6DCEE8}"/>
                  </a:ext>
                </a:extLst>
              </p:cNvPr>
              <p:cNvSpPr/>
              <p:nvPr/>
            </p:nvSpPr>
            <p:spPr>
              <a:xfrm>
                <a:off x="7392240" y="2076840"/>
                <a:ext cx="243360" cy="243360"/>
              </a:xfrm>
              <a:custGeom>
                <a:avLst/>
                <a:gdLst>
                  <a:gd name="textAreaLeft" fmla="*/ 0 w 243360"/>
                  <a:gd name="textAreaRight" fmla="*/ 243720 w 24336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2266" h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 anchorCtr="1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317;p47">
                <a:extLst>
                  <a:ext uri="{FF2B5EF4-FFF2-40B4-BE49-F238E27FC236}">
                    <a16:creationId xmlns:a16="http://schemas.microsoft.com/office/drawing/2014/main" id="{7DBFC801-E073-E6C0-1F9A-D7ADA89A1101}"/>
                  </a:ext>
                </a:extLst>
              </p:cNvPr>
              <p:cNvSpPr/>
              <p:nvPr/>
            </p:nvSpPr>
            <p:spPr>
              <a:xfrm>
                <a:off x="7445520" y="2084040"/>
                <a:ext cx="136800" cy="228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" sz="1300" b="1" u="none" strike="noStrike">
                    <a:solidFill>
                      <a:schemeClr val="accent2"/>
                    </a:solidFill>
                    <a:effectLst/>
                    <a:uFillTx/>
                    <a:latin typeface="Jost"/>
                    <a:ea typeface="Jost"/>
                  </a:rPr>
                  <a:t>$</a:t>
                </a:r>
                <a:endParaRPr lang="en-US" sz="13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6155922"/>
      </p:ext>
    </p:extLst>
  </p:cSld>
  <p:clrMapOvr>
    <a:masterClrMapping/>
  </p:clrMapOvr>
</p:sld>
</file>

<file path=ppt/theme/theme1.xml><?xml version="1.0" encoding="utf-8"?>
<a:theme xmlns:a="http://schemas.openxmlformats.org/drawingml/2006/main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517</Words>
  <Application>Microsoft Office PowerPoint</Application>
  <PresentationFormat>On-screen Show (16:9)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Be Vietnam Pro</vt:lpstr>
      <vt:lpstr>Be Vietnam Pro SemiBold</vt:lpstr>
      <vt:lpstr>Inter</vt:lpstr>
      <vt:lpstr>Jost</vt:lpstr>
      <vt:lpstr>OpenSymbol</vt:lpstr>
      <vt:lpstr>Symbol</vt:lpstr>
      <vt:lpstr>Wingdings</vt:lpstr>
      <vt:lpstr>Economic Activity Meeting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Zero Bucket: Regional Comparison</vt:lpstr>
      <vt:lpstr>Gross Arrears by Region</vt:lpstr>
      <vt:lpstr>Key Findings</vt:lpstr>
      <vt:lpstr>Conclusion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SACHINTHA</dc:creator>
  <cp:lastModifiedBy>sachintha bandara</cp:lastModifiedBy>
  <cp:revision>1</cp:revision>
  <dcterms:modified xsi:type="dcterms:W3CDTF">2026-08-16T14:40:19Z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2026-08-16T11:37:45Z</dcterms:created>
  <dc:creator>Slidesgo AI</dc:creator>
  <dc:description/>
  <dc:language>en-US</dc:language>
  <cp:lastModifiedBy>Unknown Creator</cp:lastModifiedBy>
  <dcterms:modified xsi:type="dcterms:W3CDTF">2026-08-16T11:37:45Z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a2840b8a-e4f0-4ffa-a1a6-d44cfe4f3adc</vt:lpwstr>
  </property>
</Properties>
</file>